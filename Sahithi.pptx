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8288000" cy="10287000"/>
  <p:notesSz cx="6858000" cy="9144000"/>
  <p:embeddedFontLst>
    <p:embeddedFont>
      <p:font typeface="Bookman Old Style" panose="02050604050505020204" pitchFamily="18" charset="0"/>
      <p:regular r:id="rId19"/>
      <p:bold r:id="rId20"/>
      <p:italic r:id="rId21"/>
      <p:boldItalic r:id="rId22"/>
    </p:embeddedFont>
    <p:embeddedFont>
      <p:font typeface="Cambria" panose="02040503050406030204" pitchFamily="18" charset="0"/>
      <p:regular r:id="rId23"/>
      <p:bold r:id="rId24"/>
      <p:italic r:id="rId25"/>
      <p:boldItalic r:id="rId26"/>
    </p:embeddedFont>
    <p:embeddedFont>
      <p:font typeface="Gotham" pitchFamily="2" charset="0"/>
      <p:regular r:id="rId27"/>
    </p:embeddedFont>
    <p:embeddedFont>
      <p:font typeface="Gotham Bold Italics" panose="02000000000000000000" pitchFamily="2" charset="0"/>
      <p:regular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45" d="100"/>
          <a:sy n="45" d="100"/>
        </p:scale>
        <p:origin x="24" y="2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notesMaster" Target="notesMasters/notesMaster1.xml" /><Relationship Id="rId26" Type="http://schemas.openxmlformats.org/officeDocument/2006/relationships/font" Target="fonts/font8.fntdata" /><Relationship Id="rId3" Type="http://schemas.openxmlformats.org/officeDocument/2006/relationships/slide" Target="slides/slide2.xml" /><Relationship Id="rId21" Type="http://schemas.openxmlformats.org/officeDocument/2006/relationships/font" Target="fonts/font3.fntdata"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font" Target="fonts/font7.fntdata"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font" Target="fonts/font2.fntdata" /><Relationship Id="rId29"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font" Target="fonts/font6.fntdata" /><Relationship Id="rId32" Type="http://schemas.openxmlformats.org/officeDocument/2006/relationships/tableStyles" Target="tableStyles.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font" Target="fonts/font5.fntdata" /><Relationship Id="rId28" Type="http://schemas.openxmlformats.org/officeDocument/2006/relationships/font" Target="fonts/font10.fntdata" /><Relationship Id="rId10" Type="http://schemas.openxmlformats.org/officeDocument/2006/relationships/slide" Target="slides/slide9.xml" /><Relationship Id="rId19" Type="http://schemas.openxmlformats.org/officeDocument/2006/relationships/font" Target="fonts/font1.fntdata" /><Relationship Id="rId31" Type="http://schemas.openxmlformats.org/officeDocument/2006/relationships/theme" Target="theme/theme1.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font" Target="fonts/font4.fntdata" /><Relationship Id="rId27" Type="http://schemas.openxmlformats.org/officeDocument/2006/relationships/font" Target="fonts/font9.fntdata" /><Relationship Id="rId30"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964" name="Rectangle 2"/>
          <p:cNvSpPr>
            <a:spLocks noGrp="1" noChangeArrowheads="1"/>
          </p:cNvSpPr>
          <p:nvPr>
            <p:ph type="hdr" sz="quarter"/>
          </p:nvPr>
        </p:nvSpPr>
        <p:spPr bwMode="auto">
          <a:xfrm>
            <a:off x="2"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l">
              <a:defRPr sz="1100"/>
            </a:lvl1pPr>
          </a:lstStyle>
          <a:p>
            <a:endParaRPr lang="en-US"/>
          </a:p>
        </p:txBody>
      </p:sp>
      <p:sp>
        <p:nvSpPr>
          <p:cNvPr id="1048965" name="Rectangle 3"/>
          <p:cNvSpPr>
            <a:spLocks noGrp="1" noChangeArrowheads="1"/>
          </p:cNvSpPr>
          <p:nvPr>
            <p:ph type="dt" idx="1"/>
          </p:nvPr>
        </p:nvSpPr>
        <p:spPr bwMode="auto">
          <a:xfrm>
            <a:off x="4021139" y="1"/>
            <a:ext cx="3076575" cy="512763"/>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lvl1pPr algn="r">
              <a:defRPr sz="1100"/>
            </a:lvl1pPr>
          </a:lstStyle>
          <a:p>
            <a:endParaRPr lang="en-US"/>
          </a:p>
        </p:txBody>
      </p:sp>
      <p:sp>
        <p:nvSpPr>
          <p:cNvPr id="1048966" name="Rectangle 4"/>
          <p:cNvSpPr>
            <a:spLocks noGrp="1" noRot="1" noChangeAspect="1" noChangeArrowheads="1" noTextEdit="1"/>
          </p:cNvSpPr>
          <p:nvPr>
            <p:ph type="sldImg" idx="2"/>
          </p:nvPr>
        </p:nvSpPr>
        <p:spPr bwMode="auto">
          <a:xfrm>
            <a:off x="990600" y="766763"/>
            <a:ext cx="5118100" cy="3838575"/>
          </a:xfrm>
          <a:prstGeom prst="rect">
            <a:avLst/>
          </a:prstGeom>
          <a:noFill/>
          <a:ln w="9525">
            <a:solidFill>
              <a:srgbClr val="000000"/>
            </a:solidFill>
            <a:miter lim="800000"/>
            <a:headEnd/>
            <a:tailEnd/>
          </a:ln>
          <a:effectLst/>
        </p:spPr>
      </p:sp>
      <p:sp>
        <p:nvSpPr>
          <p:cNvPr id="1048967" name="Rectangle 5"/>
          <p:cNvSpPr>
            <a:spLocks noGrp="1" noChangeArrowheads="1"/>
          </p:cNvSpPr>
          <p:nvPr>
            <p:ph type="body" sz="quarter" idx="3"/>
          </p:nvPr>
        </p:nvSpPr>
        <p:spPr bwMode="auto">
          <a:xfrm>
            <a:off x="709614" y="4862514"/>
            <a:ext cx="5680075" cy="4605337"/>
          </a:xfrm>
          <a:prstGeom prst="rect">
            <a:avLst/>
          </a:prstGeom>
          <a:noFill/>
          <a:ln w="9525">
            <a:noFill/>
            <a:miter lim="800000"/>
            <a:headEnd/>
            <a:tailEnd/>
          </a:ln>
          <a:effectLst/>
        </p:spPr>
        <p:txBody>
          <a:bodyPr vert="horz" wrap="square" lIns="91492" tIns="45745" rIns="91492" bIns="45745"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8" name="Rectangle 6"/>
          <p:cNvSpPr>
            <a:spLocks noGrp="1" noChangeArrowheads="1"/>
          </p:cNvSpPr>
          <p:nvPr>
            <p:ph type="ftr" sz="quarter" idx="4"/>
          </p:nvPr>
        </p:nvSpPr>
        <p:spPr bwMode="auto">
          <a:xfrm>
            <a:off x="2"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l">
              <a:defRPr sz="1100"/>
            </a:lvl1pPr>
          </a:lstStyle>
          <a:p>
            <a:endParaRPr lang="en-US"/>
          </a:p>
        </p:txBody>
      </p:sp>
      <p:sp>
        <p:nvSpPr>
          <p:cNvPr id="1048969" name="Rectangle 7"/>
          <p:cNvSpPr>
            <a:spLocks noGrp="1" noChangeArrowheads="1"/>
          </p:cNvSpPr>
          <p:nvPr>
            <p:ph type="sldNum" sz="quarter" idx="5"/>
          </p:nvPr>
        </p:nvSpPr>
        <p:spPr bwMode="auto">
          <a:xfrm>
            <a:off x="4021139" y="9720264"/>
            <a:ext cx="3076575" cy="512762"/>
          </a:xfrm>
          <a:prstGeom prst="rect">
            <a:avLst/>
          </a:prstGeom>
          <a:noFill/>
          <a:ln w="9525">
            <a:noFill/>
            <a:miter lim="800000"/>
            <a:headEnd/>
            <a:tailEnd/>
          </a:ln>
          <a:effectLst/>
        </p:spPr>
        <p:txBody>
          <a:bodyPr vert="horz" wrap="square" lIns="91492" tIns="45745" rIns="91492" bIns="45745" numCol="1" anchor="b" anchorCtr="0" compatLnSpc="1">
            <a:prstTxWarp prst="textNoShape">
              <a:avLst/>
            </a:prstTxWarp>
          </a:bodyPr>
          <a:lstStyle>
            <a:lvl1pPr algn="r">
              <a:defRPr sz="1100"/>
            </a:lvl1pPr>
          </a:lstStyle>
          <a:p>
            <a:fld id="{A9A0EA98-5831-4853-B862-C702E6EB345C}" type="slidenum">
              <a:rPr lang="en-US"/>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909"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910"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911" name="Date Placeholder 3"/>
          <p:cNvSpPr>
            <a:spLocks noGrp="1"/>
          </p:cNvSpPr>
          <p:nvPr>
            <p:ph type="dt" sz="half" idx="10"/>
          </p:nvPr>
        </p:nvSpPr>
        <p:spPr/>
        <p:txBody>
          <a:bodyPr/>
          <a:lstStyle/>
          <a:p>
            <a:fld id="{1D8BD707-D9CF-40AE-B4C6-C98DA3205C09}" type="datetimeFigureOut">
              <a:rPr lang="en-US" smtClean="0"/>
              <a:t>3/23/2026</a:t>
            </a:fld>
            <a:endParaRPr lang="en-US"/>
          </a:p>
        </p:txBody>
      </p:sp>
      <p:sp>
        <p:nvSpPr>
          <p:cNvPr id="1048912" name="Footer Placeholder 4"/>
          <p:cNvSpPr>
            <a:spLocks noGrp="1"/>
          </p:cNvSpPr>
          <p:nvPr>
            <p:ph type="ftr" sz="quarter" idx="11"/>
          </p:nvPr>
        </p:nvSpPr>
        <p:spPr/>
        <p:txBody>
          <a:bodyPr/>
          <a:lstStyle/>
          <a:p>
            <a:endParaRPr lang="en-US"/>
          </a:p>
        </p:txBody>
      </p:sp>
      <p:sp>
        <p:nvSpPr>
          <p:cNvPr id="1048913"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923" name="Title 1"/>
          <p:cNvSpPr>
            <a:spLocks noGrp="1"/>
          </p:cNvSpPr>
          <p:nvPr>
            <p:ph type="title"/>
          </p:nvPr>
        </p:nvSpPr>
        <p:spPr/>
        <p:txBody>
          <a:bodyPr/>
          <a:lstStyle/>
          <a:p>
            <a:r>
              <a:rPr lang="en-US"/>
              <a:t>Click to edit Master title style</a:t>
            </a:r>
          </a:p>
        </p:txBody>
      </p:sp>
      <p:sp>
        <p:nvSpPr>
          <p:cNvPr id="1048924"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5" name="Date Placeholder 3"/>
          <p:cNvSpPr>
            <a:spLocks noGrp="1"/>
          </p:cNvSpPr>
          <p:nvPr>
            <p:ph type="dt" sz="half" idx="10"/>
          </p:nvPr>
        </p:nvSpPr>
        <p:spPr/>
        <p:txBody>
          <a:bodyPr/>
          <a:lstStyle/>
          <a:p>
            <a:fld id="{1D8BD707-D9CF-40AE-B4C6-C98DA3205C09}" type="datetimeFigureOut">
              <a:rPr lang="en-US" smtClean="0"/>
              <a:t>3/23/2026</a:t>
            </a:fld>
            <a:endParaRPr lang="en-US"/>
          </a:p>
        </p:txBody>
      </p:sp>
      <p:sp>
        <p:nvSpPr>
          <p:cNvPr id="1048926" name="Footer Placeholder 4"/>
          <p:cNvSpPr>
            <a:spLocks noGrp="1"/>
          </p:cNvSpPr>
          <p:nvPr>
            <p:ph type="ftr" sz="quarter" idx="11"/>
          </p:nvPr>
        </p:nvSpPr>
        <p:spPr/>
        <p:txBody>
          <a:bodyPr/>
          <a:lstStyle/>
          <a:p>
            <a:endParaRPr lang="en-US"/>
          </a:p>
        </p:txBody>
      </p:sp>
      <p:sp>
        <p:nvSpPr>
          <p:cNvPr id="1048927"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939"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940"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941" name="Date Placeholder 3"/>
          <p:cNvSpPr>
            <a:spLocks noGrp="1"/>
          </p:cNvSpPr>
          <p:nvPr>
            <p:ph type="dt" sz="half" idx="10"/>
          </p:nvPr>
        </p:nvSpPr>
        <p:spPr/>
        <p:txBody>
          <a:bodyPr/>
          <a:lstStyle/>
          <a:p>
            <a:fld id="{1D8BD707-D9CF-40AE-B4C6-C98DA3205C09}" type="datetimeFigureOut">
              <a:rPr lang="en-US" smtClean="0"/>
              <a:t>3/23/2026</a:t>
            </a:fld>
            <a:endParaRPr lang="en-US"/>
          </a:p>
        </p:txBody>
      </p:sp>
      <p:sp>
        <p:nvSpPr>
          <p:cNvPr id="1048942" name="Footer Placeholder 4"/>
          <p:cNvSpPr>
            <a:spLocks noGrp="1"/>
          </p:cNvSpPr>
          <p:nvPr>
            <p:ph type="ftr" sz="quarter" idx="11"/>
          </p:nvPr>
        </p:nvSpPr>
        <p:spPr/>
        <p:txBody>
          <a:bodyPr/>
          <a:lstStyle/>
          <a:p>
            <a:endParaRPr lang="en-US"/>
          </a:p>
        </p:txBody>
      </p:sp>
      <p:sp>
        <p:nvSpPr>
          <p:cNvPr id="1048943"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944" name="Title 1"/>
          <p:cNvSpPr>
            <a:spLocks noGrp="1"/>
          </p:cNvSpPr>
          <p:nvPr>
            <p:ph type="title"/>
          </p:nvPr>
        </p:nvSpPr>
        <p:spPr/>
        <p:txBody>
          <a:bodyPr/>
          <a:lstStyle/>
          <a:p>
            <a:r>
              <a:rPr lang="en-US"/>
              <a:t>Click to edit Master title style</a:t>
            </a:r>
          </a:p>
        </p:txBody>
      </p:sp>
      <p:sp>
        <p:nvSpPr>
          <p:cNvPr id="1048945"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46"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47" name="Date Placeholder 4"/>
          <p:cNvSpPr>
            <a:spLocks noGrp="1"/>
          </p:cNvSpPr>
          <p:nvPr>
            <p:ph type="dt" sz="half" idx="10"/>
          </p:nvPr>
        </p:nvSpPr>
        <p:spPr/>
        <p:txBody>
          <a:bodyPr/>
          <a:lstStyle/>
          <a:p>
            <a:fld id="{1D8BD707-D9CF-40AE-B4C6-C98DA3205C09}" type="datetimeFigureOut">
              <a:rPr lang="en-US" smtClean="0"/>
              <a:t>3/23/2026</a:t>
            </a:fld>
            <a:endParaRPr lang="en-US"/>
          </a:p>
        </p:txBody>
      </p:sp>
      <p:sp>
        <p:nvSpPr>
          <p:cNvPr id="1048948" name="Footer Placeholder 5"/>
          <p:cNvSpPr>
            <a:spLocks noGrp="1"/>
          </p:cNvSpPr>
          <p:nvPr>
            <p:ph type="ftr" sz="quarter" idx="11"/>
          </p:nvPr>
        </p:nvSpPr>
        <p:spPr/>
        <p:txBody>
          <a:bodyPr/>
          <a:lstStyle/>
          <a:p>
            <a:endParaRPr lang="en-US"/>
          </a:p>
        </p:txBody>
      </p:sp>
      <p:sp>
        <p:nvSpPr>
          <p:cNvPr id="1048949"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950" name="Title 1"/>
          <p:cNvSpPr>
            <a:spLocks noGrp="1"/>
          </p:cNvSpPr>
          <p:nvPr>
            <p:ph type="title"/>
          </p:nvPr>
        </p:nvSpPr>
        <p:spPr/>
        <p:txBody>
          <a:bodyPr/>
          <a:lstStyle/>
          <a:p>
            <a:r>
              <a:rPr lang="en-US"/>
              <a:t>Click to edit Master title style</a:t>
            </a:r>
          </a:p>
        </p:txBody>
      </p:sp>
      <p:sp>
        <p:nvSpPr>
          <p:cNvPr id="1048951"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52"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53"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954"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55" name="Date Placeholder 6"/>
          <p:cNvSpPr>
            <a:spLocks noGrp="1"/>
          </p:cNvSpPr>
          <p:nvPr>
            <p:ph type="dt" sz="half" idx="10"/>
          </p:nvPr>
        </p:nvSpPr>
        <p:spPr/>
        <p:txBody>
          <a:bodyPr/>
          <a:lstStyle/>
          <a:p>
            <a:fld id="{1D8BD707-D9CF-40AE-B4C6-C98DA3205C09}" type="datetimeFigureOut">
              <a:rPr lang="en-US" smtClean="0"/>
              <a:t>3/23/2026</a:t>
            </a:fld>
            <a:endParaRPr lang="en-US"/>
          </a:p>
        </p:txBody>
      </p:sp>
      <p:sp>
        <p:nvSpPr>
          <p:cNvPr id="1048956" name="Footer Placeholder 7"/>
          <p:cNvSpPr>
            <a:spLocks noGrp="1"/>
          </p:cNvSpPr>
          <p:nvPr>
            <p:ph type="ftr" sz="quarter" idx="11"/>
          </p:nvPr>
        </p:nvSpPr>
        <p:spPr/>
        <p:txBody>
          <a:bodyPr/>
          <a:lstStyle/>
          <a:p>
            <a:endParaRPr lang="en-US"/>
          </a:p>
        </p:txBody>
      </p:sp>
      <p:sp>
        <p:nvSpPr>
          <p:cNvPr id="1048957" name="Slide Number Placeholder 8"/>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914" name="Title 1"/>
          <p:cNvSpPr>
            <a:spLocks noGrp="1"/>
          </p:cNvSpPr>
          <p:nvPr>
            <p:ph type="title"/>
          </p:nvPr>
        </p:nvSpPr>
        <p:spPr/>
        <p:txBody>
          <a:bodyPr/>
          <a:lstStyle/>
          <a:p>
            <a:r>
              <a:rPr lang="en-US"/>
              <a:t>Click to edit Master title style</a:t>
            </a:r>
          </a:p>
        </p:txBody>
      </p:sp>
      <p:sp>
        <p:nvSpPr>
          <p:cNvPr id="1048915" name="Date Placeholder 2"/>
          <p:cNvSpPr>
            <a:spLocks noGrp="1"/>
          </p:cNvSpPr>
          <p:nvPr>
            <p:ph type="dt" sz="half" idx="10"/>
          </p:nvPr>
        </p:nvSpPr>
        <p:spPr/>
        <p:txBody>
          <a:bodyPr/>
          <a:lstStyle/>
          <a:p>
            <a:fld id="{1D8BD707-D9CF-40AE-B4C6-C98DA3205C09}" type="datetimeFigureOut">
              <a:rPr lang="en-US" smtClean="0"/>
              <a:t>3/23/2026</a:t>
            </a:fld>
            <a:endParaRPr lang="en-US"/>
          </a:p>
        </p:txBody>
      </p:sp>
      <p:sp>
        <p:nvSpPr>
          <p:cNvPr id="1048916" name="Footer Placeholder 3"/>
          <p:cNvSpPr>
            <a:spLocks noGrp="1"/>
          </p:cNvSpPr>
          <p:nvPr>
            <p:ph type="ftr" sz="quarter" idx="11"/>
          </p:nvPr>
        </p:nvSpPr>
        <p:spPr/>
        <p:txBody>
          <a:bodyPr/>
          <a:lstStyle/>
          <a:p>
            <a:endParaRPr lang="en-US"/>
          </a:p>
        </p:txBody>
      </p:sp>
      <p:sp>
        <p:nvSpPr>
          <p:cNvPr id="1048917" name="Slide Number Placeholder 4"/>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581" name="Date Placeholder 1"/>
          <p:cNvSpPr>
            <a:spLocks noGrp="1"/>
          </p:cNvSpPr>
          <p:nvPr>
            <p:ph type="dt" sz="half" idx="10"/>
          </p:nvPr>
        </p:nvSpPr>
        <p:spPr/>
        <p:txBody>
          <a:bodyPr/>
          <a:lstStyle/>
          <a:p>
            <a:fld id="{1D8BD707-D9CF-40AE-B4C6-C98DA3205C09}" type="datetimeFigureOut">
              <a:rPr lang="en-US" smtClean="0"/>
              <a:t>3/23/2026</a:t>
            </a:fld>
            <a:endParaRPr lang="en-US"/>
          </a:p>
        </p:txBody>
      </p:sp>
      <p:sp>
        <p:nvSpPr>
          <p:cNvPr id="1048582" name="Footer Placeholder 2"/>
          <p:cNvSpPr>
            <a:spLocks noGrp="1"/>
          </p:cNvSpPr>
          <p:nvPr>
            <p:ph type="ftr" sz="quarter" idx="11"/>
          </p:nvPr>
        </p:nvSpPr>
        <p:spPr/>
        <p:txBody>
          <a:bodyPr/>
          <a:lstStyle/>
          <a:p>
            <a:endParaRPr lang="en-US"/>
          </a:p>
        </p:txBody>
      </p:sp>
      <p:sp>
        <p:nvSpPr>
          <p:cNvPr id="1048583" name="Slide Number Placeholder 3"/>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958"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95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60"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61" name="Date Placeholder 4"/>
          <p:cNvSpPr>
            <a:spLocks noGrp="1"/>
          </p:cNvSpPr>
          <p:nvPr>
            <p:ph type="dt" sz="half" idx="10"/>
          </p:nvPr>
        </p:nvSpPr>
        <p:spPr/>
        <p:txBody>
          <a:bodyPr/>
          <a:lstStyle/>
          <a:p>
            <a:fld id="{1D8BD707-D9CF-40AE-B4C6-C98DA3205C09}" type="datetimeFigureOut">
              <a:rPr lang="en-US" smtClean="0"/>
              <a:t>3/23/2026</a:t>
            </a:fld>
            <a:endParaRPr lang="en-US"/>
          </a:p>
        </p:txBody>
      </p:sp>
      <p:sp>
        <p:nvSpPr>
          <p:cNvPr id="1048962" name="Footer Placeholder 5"/>
          <p:cNvSpPr>
            <a:spLocks noGrp="1"/>
          </p:cNvSpPr>
          <p:nvPr>
            <p:ph type="ftr" sz="quarter" idx="11"/>
          </p:nvPr>
        </p:nvSpPr>
        <p:spPr/>
        <p:txBody>
          <a:bodyPr/>
          <a:lstStyle/>
          <a:p>
            <a:endParaRPr lang="en-US"/>
          </a:p>
        </p:txBody>
      </p:sp>
      <p:sp>
        <p:nvSpPr>
          <p:cNvPr id="104896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92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92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104893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931" name="Date Placeholder 4"/>
          <p:cNvSpPr>
            <a:spLocks noGrp="1"/>
          </p:cNvSpPr>
          <p:nvPr>
            <p:ph type="dt" sz="half" idx="10"/>
          </p:nvPr>
        </p:nvSpPr>
        <p:spPr/>
        <p:txBody>
          <a:bodyPr/>
          <a:lstStyle/>
          <a:p>
            <a:fld id="{1D8BD707-D9CF-40AE-B4C6-C98DA3205C09}" type="datetimeFigureOut">
              <a:rPr lang="en-US" smtClean="0"/>
              <a:t>3/23/2026</a:t>
            </a:fld>
            <a:endParaRPr lang="en-US"/>
          </a:p>
        </p:txBody>
      </p:sp>
      <p:sp>
        <p:nvSpPr>
          <p:cNvPr id="1048932" name="Footer Placeholder 5"/>
          <p:cNvSpPr>
            <a:spLocks noGrp="1"/>
          </p:cNvSpPr>
          <p:nvPr>
            <p:ph type="ftr" sz="quarter" idx="11"/>
          </p:nvPr>
        </p:nvSpPr>
        <p:spPr/>
        <p:txBody>
          <a:bodyPr/>
          <a:lstStyle/>
          <a:p>
            <a:endParaRPr lang="en-US"/>
          </a:p>
        </p:txBody>
      </p:sp>
      <p:sp>
        <p:nvSpPr>
          <p:cNvPr id="1048933" name="Slide Number Placeholder 6"/>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934" name="Title 1"/>
          <p:cNvSpPr>
            <a:spLocks noGrp="1"/>
          </p:cNvSpPr>
          <p:nvPr>
            <p:ph type="title"/>
          </p:nvPr>
        </p:nvSpPr>
        <p:spPr/>
        <p:txBody>
          <a:bodyPr/>
          <a:lstStyle/>
          <a:p>
            <a:r>
              <a:rPr lang="en-US"/>
              <a:t>Click to edit Master title style</a:t>
            </a:r>
          </a:p>
        </p:txBody>
      </p:sp>
      <p:sp>
        <p:nvSpPr>
          <p:cNvPr id="1048935"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36" name="Date Placeholder 3"/>
          <p:cNvSpPr>
            <a:spLocks noGrp="1"/>
          </p:cNvSpPr>
          <p:nvPr>
            <p:ph type="dt" sz="half" idx="10"/>
          </p:nvPr>
        </p:nvSpPr>
        <p:spPr/>
        <p:txBody>
          <a:bodyPr/>
          <a:lstStyle/>
          <a:p>
            <a:fld id="{1D8BD707-D9CF-40AE-B4C6-C98DA3205C09}" type="datetimeFigureOut">
              <a:rPr lang="en-US" smtClean="0"/>
              <a:t>3/23/2026</a:t>
            </a:fld>
            <a:endParaRPr lang="en-US"/>
          </a:p>
        </p:txBody>
      </p:sp>
      <p:sp>
        <p:nvSpPr>
          <p:cNvPr id="1048937" name="Footer Placeholder 4"/>
          <p:cNvSpPr>
            <a:spLocks noGrp="1"/>
          </p:cNvSpPr>
          <p:nvPr>
            <p:ph type="ftr" sz="quarter" idx="11"/>
          </p:nvPr>
        </p:nvSpPr>
        <p:spPr/>
        <p:txBody>
          <a:bodyPr/>
          <a:lstStyle/>
          <a:p>
            <a:endParaRPr lang="en-US"/>
          </a:p>
        </p:txBody>
      </p:sp>
      <p:sp>
        <p:nvSpPr>
          <p:cNvPr id="1048938"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918"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919"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920" name="Date Placeholder 3"/>
          <p:cNvSpPr>
            <a:spLocks noGrp="1"/>
          </p:cNvSpPr>
          <p:nvPr>
            <p:ph type="dt" sz="half" idx="10"/>
          </p:nvPr>
        </p:nvSpPr>
        <p:spPr/>
        <p:txBody>
          <a:bodyPr/>
          <a:lstStyle/>
          <a:p>
            <a:fld id="{1D8BD707-D9CF-40AE-B4C6-C98DA3205C09}" type="datetimeFigureOut">
              <a:rPr lang="en-US" smtClean="0"/>
              <a:t>3/23/2026</a:t>
            </a:fld>
            <a:endParaRPr lang="en-US"/>
          </a:p>
        </p:txBody>
      </p:sp>
      <p:sp>
        <p:nvSpPr>
          <p:cNvPr id="1048921" name="Footer Placeholder 4"/>
          <p:cNvSpPr>
            <a:spLocks noGrp="1"/>
          </p:cNvSpPr>
          <p:nvPr>
            <p:ph type="ftr" sz="quarter" idx="11"/>
          </p:nvPr>
        </p:nvSpPr>
        <p:spPr/>
        <p:txBody>
          <a:bodyPr/>
          <a:lstStyle/>
          <a:p>
            <a:endParaRPr lang="en-US"/>
          </a:p>
        </p:txBody>
      </p:sp>
      <p:sp>
        <p:nvSpPr>
          <p:cNvPr id="1048922" name="Slide Number Placeholder 5"/>
          <p:cNvSpPr>
            <a:spLocks noGrp="1"/>
          </p:cNvSpPr>
          <p:nvPr>
            <p:ph type="sldNum" sz="quarter" idx="12"/>
          </p:nvPr>
        </p:nvSpPr>
        <p:spPr/>
        <p:txBody>
          <a:bodyPr/>
          <a:lstStyle/>
          <a:p>
            <a:fld id="{B6F15528-21DE-4FAA-801E-634DDDAF4B2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t>3/23/2026</a:t>
            </a:fld>
            <a:endParaRPr lang="en-US"/>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3" Type="http://schemas.openxmlformats.org/officeDocument/2006/relationships/image" Target="../media/image7.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2" Type="http://schemas.openxmlformats.org/officeDocument/2006/relationships/image" Target="../media/image2.png"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26" name="Group 10"/>
          <p:cNvGrpSpPr/>
          <p:nvPr/>
        </p:nvGrpSpPr>
        <p:grpSpPr>
          <a:xfrm>
            <a:off x="11762088" y="-9632634"/>
            <a:ext cx="10994424" cy="10994424"/>
            <a:chOff x="0" y="0"/>
            <a:chExt cx="812800" cy="812800"/>
          </a:xfrm>
        </p:grpSpPr>
        <p:sp>
          <p:nvSpPr>
            <p:cNvPr id="1048584"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585"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27" name="Group 19"/>
          <p:cNvGrpSpPr/>
          <p:nvPr/>
        </p:nvGrpSpPr>
        <p:grpSpPr>
          <a:xfrm>
            <a:off x="-9965724" y="-1383136"/>
            <a:ext cx="10994424" cy="10994424"/>
            <a:chOff x="0" y="0"/>
            <a:chExt cx="812800" cy="812800"/>
          </a:xfrm>
        </p:grpSpPr>
        <p:sp>
          <p:nvSpPr>
            <p:cNvPr id="1048586"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587"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097152" name="Picture 22"/>
          <p:cNvPicPr>
            <a:picLocks noChangeAspect="1"/>
          </p:cNvPicPr>
          <p:nvPr/>
        </p:nvPicPr>
        <p:blipFill>
          <a:blip r:embed="rId2"/>
          <a:stretch>
            <a:fillRect/>
          </a:stretch>
        </p:blipFill>
        <p:spPr>
          <a:xfrm>
            <a:off x="6610443" y="196689"/>
            <a:ext cx="4752247" cy="1360611"/>
          </a:xfrm>
          <a:prstGeom prst="rect">
            <a:avLst/>
          </a:prstGeom>
        </p:spPr>
      </p:pic>
      <p:sp>
        <p:nvSpPr>
          <p:cNvPr id="1048588" name="TextBox 23"/>
          <p:cNvSpPr txBox="1"/>
          <p:nvPr/>
        </p:nvSpPr>
        <p:spPr>
          <a:xfrm>
            <a:off x="1360002" y="1608482"/>
            <a:ext cx="15925800" cy="1590040"/>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1048589" name="TextBox 25"/>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1048590" name="TextBox 26"/>
          <p:cNvSpPr txBox="1"/>
          <p:nvPr/>
        </p:nvSpPr>
        <p:spPr>
          <a:xfrm>
            <a:off x="3727757" y="3897940"/>
            <a:ext cx="11190289" cy="1691641"/>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PROJECT REVIEW : MILESTONE PROJECT – 1</a:t>
            </a:r>
          </a:p>
          <a:p>
            <a:pPr algn="ctr"/>
            <a:endParaRPr lang="en-IN" sz="3600" b="1" dirty="0">
              <a:solidFill>
                <a:srgbClr val="C00000"/>
              </a:solidFill>
              <a:latin typeface="Arial" panose="020B0604020202020204" pitchFamily="34" charset="0"/>
              <a:cs typeface="Arial" panose="020B0604020202020204" pitchFamily="34" charset="0"/>
            </a:endParaRPr>
          </a:p>
          <a:p>
            <a:pPr algn="ctr"/>
            <a:r>
              <a:rPr lang="en-IN" sz="3600" b="1" dirty="0">
                <a:solidFill>
                  <a:srgbClr val="C00000"/>
                </a:solidFill>
                <a:latin typeface="Arial" panose="020B0604020202020204" pitchFamily="34" charset="0"/>
                <a:cs typeface="Arial" panose="020B0604020202020204" pitchFamily="34" charset="0"/>
              </a:rPr>
              <a:t>Date: 22-03-2026</a:t>
            </a:r>
          </a:p>
        </p:txBody>
      </p:sp>
      <p:sp>
        <p:nvSpPr>
          <p:cNvPr id="1048591" name="TextBox 12"/>
          <p:cNvSpPr txBox="1"/>
          <p:nvPr/>
        </p:nvSpPr>
        <p:spPr>
          <a:xfrm>
            <a:off x="1501640" y="6057900"/>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Automated Quiz Engine with PDF Certification Generation</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048592" name="TextBox 13"/>
          <p:cNvSpPr txBox="1"/>
          <p:nvPr/>
        </p:nvSpPr>
        <p:spPr>
          <a:xfrm>
            <a:off x="1360002" y="7814353"/>
            <a:ext cx="9673506" cy="142494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altLang="en-GB" sz="3000" dirty="0">
                <a:latin typeface="Times New Roman" panose="02020603050405020304" pitchFamily="18" charset="0"/>
                <a:ea typeface="Cambria" panose="02040503050406030204" pitchFamily="18" charset="0"/>
                <a:cs typeface="Times New Roman" panose="02020603050405020304" pitchFamily="18" charset="0"/>
              </a:rPr>
              <a:t>M.N SAHITHI KIRAN</a:t>
            </a:r>
            <a:r>
              <a:rPr lang="en-US" sz="3000" dirty="0">
                <a:latin typeface="Times New Roman" panose="02020603050405020304" pitchFamily="18" charset="0"/>
                <a:ea typeface="Cambria" panose="02040503050406030204" pitchFamily="18" charset="0"/>
                <a:cs typeface="Times New Roman" panose="02020603050405020304" pitchFamily="18" charset="0"/>
              </a:rPr>
              <a:t>– </a:t>
            </a:r>
            <a:r>
              <a:rPr lang="en-US" altLang="en-GB" sz="3000" dirty="0">
                <a:latin typeface="Times New Roman" panose="02020603050405020304" pitchFamily="18" charset="0"/>
                <a:ea typeface="Cambria" panose="02040503050406030204" pitchFamily="18" charset="0"/>
                <a:cs typeface="Times New Roman" panose="02020603050405020304" pitchFamily="18" charset="0"/>
              </a:rPr>
              <a:t>VTU24654</a:t>
            </a:r>
            <a:r>
              <a:rPr lang="en-US" sz="3000" dirty="0">
                <a:latin typeface="Times New Roman" panose="02020603050405020304" pitchFamily="18" charset="0"/>
                <a:ea typeface="Cambria" panose="02040503050406030204" pitchFamily="18" charset="0"/>
                <a:cs typeface="Times New Roman" panose="02020603050405020304" pitchFamily="18" charset="0"/>
              </a:rPr>
              <a:t> – 23UECS0</a:t>
            </a:r>
            <a:r>
              <a:rPr lang="en-US" altLang="en-GB" sz="3000" dirty="0">
                <a:latin typeface="Times New Roman" panose="02020603050405020304" pitchFamily="18" charset="0"/>
                <a:ea typeface="Cambria" panose="02040503050406030204" pitchFamily="18" charset="0"/>
                <a:cs typeface="Times New Roman" panose="02020603050405020304" pitchFamily="18" charset="0"/>
              </a:rPr>
              <a:t>357</a:t>
            </a:r>
            <a:endParaRPr lang="en-IN" sz="30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1048593" name="TextBox 14"/>
          <p:cNvSpPr txBox="1"/>
          <p:nvPr/>
        </p:nvSpPr>
        <p:spPr>
          <a:xfrm>
            <a:off x="10945035" y="7818586"/>
            <a:ext cx="6914603" cy="1424940"/>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048594" name="TextBox 15"/>
          <p:cNvSpPr txBox="1"/>
          <p:nvPr/>
        </p:nvSpPr>
        <p:spPr>
          <a:xfrm>
            <a:off x="2209800" y="6972300"/>
            <a:ext cx="14743170" cy="400110"/>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4 – Quality Education</a:t>
            </a:r>
            <a:endParaRPr lang="en-IN" sz="20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48595"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35" name="Group 9"/>
          <p:cNvGrpSpPr/>
          <p:nvPr/>
        </p:nvGrpSpPr>
        <p:grpSpPr>
          <a:xfrm>
            <a:off x="706082" y="1952203"/>
            <a:ext cx="992463" cy="992463"/>
            <a:chOff x="0" y="0"/>
            <a:chExt cx="812800" cy="812800"/>
          </a:xfrm>
        </p:grpSpPr>
        <p:sp>
          <p:nvSpPr>
            <p:cNvPr id="1048596"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597"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36" name="Group 12"/>
          <p:cNvGrpSpPr/>
          <p:nvPr/>
        </p:nvGrpSpPr>
        <p:grpSpPr>
          <a:xfrm>
            <a:off x="948235" y="4447339"/>
            <a:ext cx="508158" cy="543805"/>
            <a:chOff x="0" y="0"/>
            <a:chExt cx="812800" cy="869819"/>
          </a:xfrm>
        </p:grpSpPr>
        <p:sp>
          <p:nvSpPr>
            <p:cNvPr id="1048598"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599"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7" name="Group 15"/>
          <p:cNvGrpSpPr/>
          <p:nvPr/>
        </p:nvGrpSpPr>
        <p:grpSpPr>
          <a:xfrm>
            <a:off x="948235" y="3107362"/>
            <a:ext cx="508158" cy="543805"/>
            <a:chOff x="0" y="0"/>
            <a:chExt cx="812800" cy="869819"/>
          </a:xfrm>
        </p:grpSpPr>
        <p:sp>
          <p:nvSpPr>
            <p:cNvPr id="1048600"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01"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8" name="Group 18"/>
          <p:cNvGrpSpPr/>
          <p:nvPr/>
        </p:nvGrpSpPr>
        <p:grpSpPr>
          <a:xfrm>
            <a:off x="948235" y="5115753"/>
            <a:ext cx="508158" cy="543805"/>
            <a:chOff x="0" y="0"/>
            <a:chExt cx="812800" cy="869819"/>
          </a:xfrm>
        </p:grpSpPr>
        <p:sp>
          <p:nvSpPr>
            <p:cNvPr id="1048602"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03"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9" name="Group 21"/>
          <p:cNvGrpSpPr/>
          <p:nvPr/>
        </p:nvGrpSpPr>
        <p:grpSpPr>
          <a:xfrm>
            <a:off x="948235" y="3776486"/>
            <a:ext cx="508158" cy="543805"/>
            <a:chOff x="0" y="0"/>
            <a:chExt cx="812800" cy="869819"/>
          </a:xfrm>
        </p:grpSpPr>
        <p:sp>
          <p:nvSpPr>
            <p:cNvPr id="1048604"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05"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40" name="Group 24"/>
          <p:cNvGrpSpPr/>
          <p:nvPr/>
        </p:nvGrpSpPr>
        <p:grpSpPr>
          <a:xfrm>
            <a:off x="948235" y="6455730"/>
            <a:ext cx="508158" cy="543805"/>
            <a:chOff x="0" y="0"/>
            <a:chExt cx="812800" cy="869819"/>
          </a:xfrm>
        </p:grpSpPr>
        <p:sp>
          <p:nvSpPr>
            <p:cNvPr id="1048606"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07"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41" name="Group 27"/>
          <p:cNvGrpSpPr/>
          <p:nvPr/>
        </p:nvGrpSpPr>
        <p:grpSpPr>
          <a:xfrm>
            <a:off x="948235" y="5784877"/>
            <a:ext cx="508158" cy="543805"/>
            <a:chOff x="0" y="0"/>
            <a:chExt cx="812800" cy="869819"/>
          </a:xfrm>
        </p:grpSpPr>
        <p:sp>
          <p:nvSpPr>
            <p:cNvPr id="104860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0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2" name="Group 36"/>
          <p:cNvGrpSpPr/>
          <p:nvPr/>
        </p:nvGrpSpPr>
        <p:grpSpPr>
          <a:xfrm>
            <a:off x="948235" y="7123361"/>
            <a:ext cx="508158" cy="543805"/>
            <a:chOff x="0" y="0"/>
            <a:chExt cx="812800" cy="869819"/>
          </a:xfrm>
        </p:grpSpPr>
        <p:sp>
          <p:nvSpPr>
            <p:cNvPr id="1048610"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11"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39"/>
          <p:cNvGrpSpPr/>
          <p:nvPr/>
        </p:nvGrpSpPr>
        <p:grpSpPr>
          <a:xfrm>
            <a:off x="948235" y="7790991"/>
            <a:ext cx="508158" cy="543805"/>
            <a:chOff x="0" y="0"/>
            <a:chExt cx="812800" cy="869819"/>
          </a:xfrm>
        </p:grpSpPr>
        <p:sp>
          <p:nvSpPr>
            <p:cNvPr id="1048612"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13"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614" name="TextBox 1"/>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615" name="TextBox 2"/>
          <p:cNvSpPr txBox="1"/>
          <p:nvPr/>
        </p:nvSpPr>
        <p:spPr>
          <a:xfrm>
            <a:off x="1704035" y="1304519"/>
            <a:ext cx="15082325" cy="11826239"/>
          </a:xfrm>
          <a:prstGeom prst="rect">
            <a:avLst/>
          </a:prstGeom>
          <a:noFill/>
        </p:spPr>
        <p:txBody>
          <a:bodyPr wrap="square" rtlCol="0">
            <a:spAutoFit/>
          </a:bodyPr>
          <a:lstStyle/>
          <a:p>
            <a:r>
              <a:rPr lang="en-US" sz="2800" b="1" dirty="0">
                <a:solidFill>
                  <a:srgbClr val="0033CC"/>
                </a:solidFill>
              </a:rPr>
              <a:t>Background of the problem:</a:t>
            </a:r>
          </a:p>
          <a:p>
            <a:endParaRPr lang="en-US" sz="2800" dirty="0"/>
          </a:p>
          <a:p>
            <a:r>
              <a:rPr lang="en-IN" sz="2800" dirty="0"/>
              <a:t>Traditional quizzes lack automation and certification features.</a:t>
            </a:r>
          </a:p>
          <a:p>
            <a:endParaRPr lang="en-US" sz="2800" dirty="0"/>
          </a:p>
          <a:p>
            <a:r>
              <a:rPr lang="en-US" sz="2800" b="1" dirty="0">
                <a:solidFill>
                  <a:srgbClr val="0033CC"/>
                </a:solidFill>
              </a:rPr>
              <a:t>Why this project is important:</a:t>
            </a:r>
          </a:p>
          <a:p>
            <a:endParaRPr lang="en-US" sz="2800" dirty="0"/>
          </a:p>
          <a:p>
            <a:r>
              <a:rPr lang="en-US" sz="2800" dirty="0"/>
              <a:t>It streamlines learning assessments and validates knowledge instantly.</a:t>
            </a:r>
          </a:p>
          <a:p>
            <a:endParaRPr lang="en-US" sz="2800" b="1" dirty="0"/>
          </a:p>
          <a:p>
            <a:r>
              <a:rPr lang="en-US" sz="2800" b="1" dirty="0">
                <a:solidFill>
                  <a:srgbClr val="0033CC"/>
                </a:solidFill>
              </a:rPr>
              <a:t>Real-world relevance:</a:t>
            </a:r>
          </a:p>
          <a:p>
            <a:endParaRPr lang="en-US" sz="2800" dirty="0"/>
          </a:p>
          <a:p>
            <a:r>
              <a:rPr lang="en-US" sz="2800" dirty="0"/>
              <a:t>Useful for online courses, corporate training, and skill evaluations.</a:t>
            </a:r>
          </a:p>
          <a:p>
            <a:endParaRPr lang="en-US" sz="2800" dirty="0"/>
          </a:p>
          <a:p>
            <a:r>
              <a:rPr lang="en-US" sz="2800" b="1" dirty="0">
                <a:solidFill>
                  <a:srgbClr val="0033CC"/>
                </a:solidFill>
              </a:rPr>
              <a:t>Brief overview of the system:</a:t>
            </a:r>
          </a:p>
          <a:p>
            <a:endParaRPr lang="en-US" sz="2800" dirty="0"/>
          </a:p>
          <a:p>
            <a:r>
              <a:rPr lang="en-US" sz="2800" dirty="0"/>
              <a:t>An automated quiz engine that generates results and issues PDF certificates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4861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45" name="Group 11"/>
          <p:cNvGrpSpPr/>
          <p:nvPr/>
        </p:nvGrpSpPr>
        <p:grpSpPr>
          <a:xfrm>
            <a:off x="709357" y="2648112"/>
            <a:ext cx="992463" cy="992463"/>
            <a:chOff x="0" y="0"/>
            <a:chExt cx="812800" cy="812800"/>
          </a:xfrm>
        </p:grpSpPr>
        <p:sp>
          <p:nvSpPr>
            <p:cNvPr id="1048617"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618"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46" name="Group 14"/>
          <p:cNvGrpSpPr/>
          <p:nvPr/>
        </p:nvGrpSpPr>
        <p:grpSpPr>
          <a:xfrm>
            <a:off x="951509" y="4428296"/>
            <a:ext cx="508158" cy="543805"/>
            <a:chOff x="0" y="0"/>
            <a:chExt cx="812800" cy="869819"/>
          </a:xfrm>
        </p:grpSpPr>
        <p:sp>
          <p:nvSpPr>
            <p:cNvPr id="1048619"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20"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47" name="Group 17"/>
          <p:cNvGrpSpPr/>
          <p:nvPr/>
        </p:nvGrpSpPr>
        <p:grpSpPr>
          <a:xfrm>
            <a:off x="951509" y="1982349"/>
            <a:ext cx="508158" cy="543805"/>
            <a:chOff x="0" y="0"/>
            <a:chExt cx="812800" cy="869819"/>
          </a:xfrm>
        </p:grpSpPr>
        <p:sp>
          <p:nvSpPr>
            <p:cNvPr id="1048621"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22"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48" name="Group 20"/>
          <p:cNvGrpSpPr/>
          <p:nvPr/>
        </p:nvGrpSpPr>
        <p:grpSpPr>
          <a:xfrm>
            <a:off x="951509" y="5094059"/>
            <a:ext cx="508158" cy="543805"/>
            <a:chOff x="0" y="0"/>
            <a:chExt cx="812800" cy="869819"/>
          </a:xfrm>
        </p:grpSpPr>
        <p:sp>
          <p:nvSpPr>
            <p:cNvPr id="1048623"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24"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9" name="Group 23"/>
          <p:cNvGrpSpPr/>
          <p:nvPr/>
        </p:nvGrpSpPr>
        <p:grpSpPr>
          <a:xfrm>
            <a:off x="951509" y="3762533"/>
            <a:ext cx="508158" cy="543805"/>
            <a:chOff x="0" y="0"/>
            <a:chExt cx="812800" cy="869819"/>
          </a:xfrm>
        </p:grpSpPr>
        <p:sp>
          <p:nvSpPr>
            <p:cNvPr id="1048625"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26"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50" name="Group 26"/>
          <p:cNvGrpSpPr/>
          <p:nvPr/>
        </p:nvGrpSpPr>
        <p:grpSpPr>
          <a:xfrm>
            <a:off x="951509" y="6425585"/>
            <a:ext cx="508158" cy="543805"/>
            <a:chOff x="0" y="0"/>
            <a:chExt cx="812800" cy="869819"/>
          </a:xfrm>
        </p:grpSpPr>
        <p:sp>
          <p:nvSpPr>
            <p:cNvPr id="10486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51" name="Group 29"/>
          <p:cNvGrpSpPr/>
          <p:nvPr/>
        </p:nvGrpSpPr>
        <p:grpSpPr>
          <a:xfrm>
            <a:off x="951509" y="5759822"/>
            <a:ext cx="508158" cy="543805"/>
            <a:chOff x="0" y="0"/>
            <a:chExt cx="812800" cy="869819"/>
          </a:xfrm>
        </p:grpSpPr>
        <p:sp>
          <p:nvSpPr>
            <p:cNvPr id="1048629"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30"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52" name="Group 36"/>
          <p:cNvGrpSpPr/>
          <p:nvPr/>
        </p:nvGrpSpPr>
        <p:grpSpPr>
          <a:xfrm>
            <a:off x="951509" y="7093216"/>
            <a:ext cx="508158" cy="543805"/>
            <a:chOff x="0" y="0"/>
            <a:chExt cx="812800" cy="869819"/>
          </a:xfrm>
        </p:grpSpPr>
        <p:sp>
          <p:nvSpPr>
            <p:cNvPr id="1048631"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32"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53" name="Group 39"/>
          <p:cNvGrpSpPr/>
          <p:nvPr/>
        </p:nvGrpSpPr>
        <p:grpSpPr>
          <a:xfrm>
            <a:off x="951509" y="7760846"/>
            <a:ext cx="508158" cy="543805"/>
            <a:chOff x="0" y="0"/>
            <a:chExt cx="812800" cy="869819"/>
          </a:xfrm>
        </p:grpSpPr>
        <p:sp>
          <p:nvSpPr>
            <p:cNvPr id="1048633"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34"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635"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636" name="TextBox 47"/>
          <p:cNvSpPr txBox="1"/>
          <p:nvPr/>
        </p:nvSpPr>
        <p:spPr>
          <a:xfrm>
            <a:off x="2209800" y="1638300"/>
            <a:ext cx="15082325" cy="10988040"/>
          </a:xfrm>
          <a:prstGeom prst="rect">
            <a:avLst/>
          </a:prstGeom>
          <a:noFill/>
        </p:spPr>
        <p:txBody>
          <a:bodyPr wrap="square" rtlCol="0">
            <a:spAutoFit/>
          </a:bodyPr>
          <a:lstStyle/>
          <a:p>
            <a:endParaRPr lang="en-US" sz="2800" dirty="0"/>
          </a:p>
          <a:p>
            <a:endParaRPr lang="en-US" sz="2800" dirty="0"/>
          </a:p>
          <a:p>
            <a:endParaRPr lang="en-US" sz="2800" dirty="0"/>
          </a:p>
          <a:p>
            <a:endParaRPr lang="en-US" sz="2800" dirty="0"/>
          </a:p>
          <a:p>
            <a:endParaRPr lang="en-US" sz="2800" dirty="0"/>
          </a:p>
          <a:p>
            <a:pPr algn="just"/>
            <a:r>
              <a:rPr lang="en-US" sz="2800" dirty="0"/>
              <a:t>In many educational institutions and training platforms, quizzes are conducted manually or using basic systems that lack automation. This creates difficulties in managing users, organizing quizzes, evaluating answers, and generating results efficiently. Manual evaluation consumes time and may lead to calculation errors. Generating certificates separately also increases administrative workload. There is a need for a secure, reliable, and fully automated quiz system that can manage users, conduct quizzes, calculate scores instantly, and generate certificates automatically. Such a system improves accuracy, saves time, and enhances overall performance.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5" name="Group 7"/>
          <p:cNvGrpSpPr/>
          <p:nvPr/>
        </p:nvGrpSpPr>
        <p:grpSpPr>
          <a:xfrm>
            <a:off x="709357" y="3315742"/>
            <a:ext cx="992463" cy="992463"/>
            <a:chOff x="0" y="0"/>
            <a:chExt cx="812800" cy="812800"/>
          </a:xfrm>
        </p:grpSpPr>
        <p:sp>
          <p:nvSpPr>
            <p:cNvPr id="1048637"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638"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56" name="Group 10"/>
          <p:cNvGrpSpPr/>
          <p:nvPr/>
        </p:nvGrpSpPr>
        <p:grpSpPr>
          <a:xfrm>
            <a:off x="951509" y="4428296"/>
            <a:ext cx="508158" cy="543805"/>
            <a:chOff x="0" y="0"/>
            <a:chExt cx="812800" cy="869819"/>
          </a:xfrm>
        </p:grpSpPr>
        <p:sp>
          <p:nvSpPr>
            <p:cNvPr id="1048639"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40"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57" name="Group 13"/>
          <p:cNvGrpSpPr/>
          <p:nvPr/>
        </p:nvGrpSpPr>
        <p:grpSpPr>
          <a:xfrm>
            <a:off x="951509" y="1982349"/>
            <a:ext cx="508158" cy="543805"/>
            <a:chOff x="0" y="0"/>
            <a:chExt cx="812800" cy="869819"/>
          </a:xfrm>
        </p:grpSpPr>
        <p:sp>
          <p:nvSpPr>
            <p:cNvPr id="1048641"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42"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58" name="Group 16"/>
          <p:cNvGrpSpPr/>
          <p:nvPr/>
        </p:nvGrpSpPr>
        <p:grpSpPr>
          <a:xfrm>
            <a:off x="951509" y="5094059"/>
            <a:ext cx="508158" cy="543805"/>
            <a:chOff x="0" y="0"/>
            <a:chExt cx="812800" cy="869819"/>
          </a:xfrm>
        </p:grpSpPr>
        <p:sp>
          <p:nvSpPr>
            <p:cNvPr id="1048643"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44"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59" name="Group 19"/>
          <p:cNvGrpSpPr/>
          <p:nvPr/>
        </p:nvGrpSpPr>
        <p:grpSpPr>
          <a:xfrm>
            <a:off x="951509" y="2648112"/>
            <a:ext cx="508158" cy="543805"/>
            <a:chOff x="0" y="0"/>
            <a:chExt cx="812800" cy="869819"/>
          </a:xfrm>
        </p:grpSpPr>
        <p:sp>
          <p:nvSpPr>
            <p:cNvPr id="1048645"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46"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60" name="Group 22"/>
          <p:cNvGrpSpPr/>
          <p:nvPr/>
        </p:nvGrpSpPr>
        <p:grpSpPr>
          <a:xfrm>
            <a:off x="951509" y="6425585"/>
            <a:ext cx="508158" cy="543805"/>
            <a:chOff x="0" y="0"/>
            <a:chExt cx="812800" cy="869819"/>
          </a:xfrm>
        </p:grpSpPr>
        <p:sp>
          <p:nvSpPr>
            <p:cNvPr id="1048647"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48"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61" name="Group 25"/>
          <p:cNvGrpSpPr/>
          <p:nvPr/>
        </p:nvGrpSpPr>
        <p:grpSpPr>
          <a:xfrm>
            <a:off x="951509" y="5759822"/>
            <a:ext cx="508158" cy="543805"/>
            <a:chOff x="0" y="0"/>
            <a:chExt cx="812800" cy="869819"/>
          </a:xfrm>
        </p:grpSpPr>
        <p:sp>
          <p:nvSpPr>
            <p:cNvPr id="1048649"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50"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62" name="Group 41"/>
          <p:cNvGrpSpPr/>
          <p:nvPr/>
        </p:nvGrpSpPr>
        <p:grpSpPr>
          <a:xfrm>
            <a:off x="951509" y="7093216"/>
            <a:ext cx="508158" cy="543805"/>
            <a:chOff x="0" y="0"/>
            <a:chExt cx="812800" cy="869819"/>
          </a:xfrm>
        </p:grpSpPr>
        <p:sp>
          <p:nvSpPr>
            <p:cNvPr id="1048651"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52"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63" name="Group 44"/>
          <p:cNvGrpSpPr/>
          <p:nvPr/>
        </p:nvGrpSpPr>
        <p:grpSpPr>
          <a:xfrm>
            <a:off x="951509" y="7760846"/>
            <a:ext cx="508158" cy="543805"/>
            <a:chOff x="0" y="0"/>
            <a:chExt cx="812800" cy="869819"/>
          </a:xfrm>
        </p:grpSpPr>
        <p:sp>
          <p:nvSpPr>
            <p:cNvPr id="1048653"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54"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655" name="TextBox 49"/>
          <p:cNvSpPr txBox="1"/>
          <p:nvPr/>
        </p:nvSpPr>
        <p:spPr>
          <a:xfrm>
            <a:off x="76200" y="436947"/>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65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657" name="TextBox 51"/>
          <p:cNvSpPr txBox="1"/>
          <p:nvPr/>
        </p:nvSpPr>
        <p:spPr>
          <a:xfrm>
            <a:off x="2209800" y="1638300"/>
            <a:ext cx="15082325" cy="6797040"/>
          </a:xfrm>
          <a:prstGeom prst="rect">
            <a:avLst/>
          </a:prstGeom>
          <a:noFill/>
        </p:spPr>
        <p:txBody>
          <a:bodyPr wrap="square" rtlCol="0">
            <a:spAutoFit/>
          </a:bodyPr>
          <a:lstStyle/>
          <a:p>
            <a:pPr marL="457200" indent="-457200">
              <a:buFontTx/>
              <a:buChar char="-"/>
            </a:pPr>
            <a:endParaRPr lang="en-US" sz="2800" dirty="0"/>
          </a:p>
          <a:p>
            <a:pPr algn="just"/>
            <a:r>
              <a:rPr lang="en-US" sz="2800" dirty="0"/>
              <a:t> </a:t>
            </a:r>
          </a:p>
          <a:p>
            <a:pPr algn="just"/>
            <a:endParaRPr lang="en-US" sz="2800" dirty="0"/>
          </a:p>
          <a:p>
            <a:pPr algn="just"/>
            <a:endParaRPr lang="en-US" sz="2800" dirty="0"/>
          </a:p>
          <a:p>
            <a:pPr algn="just"/>
            <a:endParaRPr lang="en-US" sz="2800" dirty="0"/>
          </a:p>
          <a:p>
            <a:pPr algn="just"/>
            <a:r>
              <a:rPr lang="en-US" sz="2800" dirty="0"/>
              <a:t>1.To design and develop a web-based Automated Quiz Engine with secure user authentication and quiz management features.</a:t>
            </a:r>
          </a:p>
          <a:p>
            <a:pPr algn="just"/>
            <a:endParaRPr lang="en-US" sz="2800" dirty="0"/>
          </a:p>
          <a:p>
            <a:pPr algn="just"/>
            <a:r>
              <a:rPr lang="en-US" sz="2800" dirty="0"/>
              <a:t>2. To implement automatic quiz evaluation and PDF certificate generation with accurate score calculation.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65" name="Group 13"/>
          <p:cNvGrpSpPr/>
          <p:nvPr/>
        </p:nvGrpSpPr>
        <p:grpSpPr>
          <a:xfrm>
            <a:off x="709357" y="3983373"/>
            <a:ext cx="992463" cy="992463"/>
            <a:chOff x="0" y="0"/>
            <a:chExt cx="812800" cy="812800"/>
          </a:xfrm>
        </p:grpSpPr>
        <p:sp>
          <p:nvSpPr>
            <p:cNvPr id="1048658"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659"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66" name="Group 16"/>
          <p:cNvGrpSpPr/>
          <p:nvPr/>
        </p:nvGrpSpPr>
        <p:grpSpPr>
          <a:xfrm>
            <a:off x="951509" y="3315742"/>
            <a:ext cx="508158" cy="543805"/>
            <a:chOff x="0" y="0"/>
            <a:chExt cx="812800" cy="869819"/>
          </a:xfrm>
        </p:grpSpPr>
        <p:sp>
          <p:nvSpPr>
            <p:cNvPr id="1048660"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61"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67" name="Group 19"/>
          <p:cNvGrpSpPr/>
          <p:nvPr/>
        </p:nvGrpSpPr>
        <p:grpSpPr>
          <a:xfrm>
            <a:off x="951509" y="1982349"/>
            <a:ext cx="508158" cy="543805"/>
            <a:chOff x="0" y="0"/>
            <a:chExt cx="812800" cy="869819"/>
          </a:xfrm>
        </p:grpSpPr>
        <p:sp>
          <p:nvSpPr>
            <p:cNvPr id="1048662"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63"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68" name="Group 22"/>
          <p:cNvGrpSpPr/>
          <p:nvPr/>
        </p:nvGrpSpPr>
        <p:grpSpPr>
          <a:xfrm>
            <a:off x="951509" y="5094059"/>
            <a:ext cx="508158" cy="543805"/>
            <a:chOff x="0" y="0"/>
            <a:chExt cx="812800" cy="869819"/>
          </a:xfrm>
        </p:grpSpPr>
        <p:sp>
          <p:nvSpPr>
            <p:cNvPr id="1048664"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65"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69" name="Group 25"/>
          <p:cNvGrpSpPr/>
          <p:nvPr/>
        </p:nvGrpSpPr>
        <p:grpSpPr>
          <a:xfrm>
            <a:off x="951509" y="2648112"/>
            <a:ext cx="508158" cy="543805"/>
            <a:chOff x="0" y="0"/>
            <a:chExt cx="812800" cy="869819"/>
          </a:xfrm>
        </p:grpSpPr>
        <p:sp>
          <p:nvSpPr>
            <p:cNvPr id="104866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6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70" name="Group 28"/>
          <p:cNvGrpSpPr/>
          <p:nvPr/>
        </p:nvGrpSpPr>
        <p:grpSpPr>
          <a:xfrm>
            <a:off x="951509" y="6425585"/>
            <a:ext cx="508158" cy="543805"/>
            <a:chOff x="0" y="0"/>
            <a:chExt cx="812800" cy="869819"/>
          </a:xfrm>
        </p:grpSpPr>
        <p:sp>
          <p:nvSpPr>
            <p:cNvPr id="1048668"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69"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71" name="Group 31"/>
          <p:cNvGrpSpPr/>
          <p:nvPr/>
        </p:nvGrpSpPr>
        <p:grpSpPr>
          <a:xfrm>
            <a:off x="951509" y="5759822"/>
            <a:ext cx="508158" cy="543805"/>
            <a:chOff x="0" y="0"/>
            <a:chExt cx="812800" cy="869819"/>
          </a:xfrm>
        </p:grpSpPr>
        <p:sp>
          <p:nvSpPr>
            <p:cNvPr id="1048670"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71"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72" name="Group 34"/>
          <p:cNvGrpSpPr/>
          <p:nvPr/>
        </p:nvGrpSpPr>
        <p:grpSpPr>
          <a:xfrm>
            <a:off x="951509" y="7093216"/>
            <a:ext cx="508158" cy="543805"/>
            <a:chOff x="0" y="0"/>
            <a:chExt cx="812800" cy="869819"/>
          </a:xfrm>
        </p:grpSpPr>
        <p:sp>
          <p:nvSpPr>
            <p:cNvPr id="1048672"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73"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73" name="Group 37"/>
          <p:cNvGrpSpPr/>
          <p:nvPr/>
        </p:nvGrpSpPr>
        <p:grpSpPr>
          <a:xfrm>
            <a:off x="951509" y="7760846"/>
            <a:ext cx="508158" cy="543805"/>
            <a:chOff x="0" y="0"/>
            <a:chExt cx="812800" cy="869819"/>
          </a:xfrm>
        </p:grpSpPr>
        <p:sp>
          <p:nvSpPr>
            <p:cNvPr id="1048674"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75"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676"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677" name="TextBox 45"/>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678" name="TextBox 47"/>
          <p:cNvSpPr txBox="1"/>
          <p:nvPr/>
        </p:nvSpPr>
        <p:spPr>
          <a:xfrm>
            <a:off x="1570676" y="1501974"/>
            <a:ext cx="16292949" cy="11407140"/>
          </a:xfrm>
          <a:prstGeom prst="rect">
            <a:avLst/>
          </a:prstGeom>
          <a:noFill/>
        </p:spPr>
        <p:txBody>
          <a:bodyPr wrap="square" rtlCol="0">
            <a:spAutoFit/>
          </a:bodyPr>
          <a:lstStyle/>
          <a:p>
            <a:pPr lvl="1"/>
            <a:r>
              <a:rPr lang="en-US" sz="2800" dirty="0"/>
              <a:t>1.The proposed system is a web-based Automated Quiz Engine that manages users, quizzes, evaluation, and certificate generation in one platform</a:t>
            </a:r>
          </a:p>
          <a:p>
            <a:pPr lvl="1"/>
            <a:endParaRPr lang="en-US" sz="2800" dirty="0"/>
          </a:p>
          <a:p>
            <a:pPr marL="457200" indent="-457200">
              <a:buFontTx/>
              <a:buChar char="-"/>
            </a:pPr>
            <a:r>
              <a:rPr lang="en-US" sz="2800" dirty="0"/>
              <a:t>2. It allows users to register and attend quizzes easily.</a:t>
            </a:r>
          </a:p>
          <a:p>
            <a:pPr marL="457200" indent="-457200">
              <a:buFontTx/>
              <a:buChar char="-"/>
            </a:pPr>
            <a:endParaRPr lang="en-US" sz="2800" dirty="0"/>
          </a:p>
          <a:p>
            <a:pPr marL="457200" indent="-457200">
              <a:buFontTx/>
              <a:buChar char="-"/>
            </a:pPr>
            <a:r>
              <a:rPr lang="en-US" sz="2800" dirty="0"/>
              <a:t>3. Admin can create and manage quizzes and questions.</a:t>
            </a:r>
          </a:p>
          <a:p>
            <a:pPr marL="457200" indent="-457200">
              <a:buFontTx/>
              <a:buChar char="-"/>
            </a:pPr>
            <a:endParaRPr lang="en-US" sz="2800" dirty="0"/>
          </a:p>
          <a:p>
            <a:pPr marL="457200" indent="-457200">
              <a:buFontTx/>
              <a:buChar char="-"/>
            </a:pPr>
            <a:r>
              <a:rPr lang="en-US" sz="2800" dirty="0"/>
              <a:t>4. The system checks answers and calculates marks automatically.</a:t>
            </a:r>
          </a:p>
          <a:p>
            <a:pPr marL="457200" indent="-457200">
              <a:buFontTx/>
              <a:buChar char="-"/>
            </a:pPr>
            <a:endParaRPr lang="en-US" sz="2800" dirty="0"/>
          </a:p>
          <a:p>
            <a:pPr marL="457200" indent="-457200">
              <a:buFontTx/>
              <a:buChar char="-"/>
            </a:pPr>
            <a:r>
              <a:rPr lang="en-US" sz="2800" dirty="0"/>
              <a:t>5. It generates certificates for students who pass the quiz.</a:t>
            </a:r>
          </a:p>
          <a:p>
            <a:pPr marL="457200" indent="-457200">
              <a:buFontTx/>
              <a:buChar char="-"/>
            </a:pPr>
            <a:endParaRPr lang="en-US" sz="2800" dirty="0"/>
          </a:p>
          <a:p>
            <a:pPr marL="457200" indent="-457200">
              <a:buFontTx/>
              <a:buChar char="-"/>
            </a:pPr>
            <a:r>
              <a:rPr lang="en-US" sz="2800" dirty="0"/>
              <a:t>6. It reduces manual work and saves time.</a:t>
            </a:r>
          </a:p>
          <a:p>
            <a:pPr marL="457200" indent="-457200">
              <a:buFontTx/>
              <a:buChar char="-"/>
            </a:pPr>
            <a:endParaRPr lang="en-US" sz="2800" dirty="0"/>
          </a:p>
          <a:p>
            <a:pPr marL="457200" indent="-457200">
              <a:buFontTx/>
              <a:buChar char="-"/>
            </a:pPr>
            <a:r>
              <a:rPr lang="en-US" sz="2800" dirty="0"/>
              <a:t>7. It avoids mistakes in result calculation.</a:t>
            </a:r>
          </a:p>
          <a:p>
            <a:pPr marL="457200" indent="-457200">
              <a:buFontTx/>
              <a:buChar char="-"/>
            </a:pPr>
            <a:endParaRPr lang="en-US" sz="2800" dirty="0"/>
          </a:p>
          <a:p>
            <a:pPr marL="457200" indent="-457200">
              <a:buFontTx/>
              <a:buChar char="-"/>
            </a:pPr>
            <a:r>
              <a:rPr lang="en-US" sz="2800" dirty="0"/>
              <a:t>8. It is faster and more efficient than manual systems.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5" name="Group 5"/>
          <p:cNvGrpSpPr/>
          <p:nvPr/>
        </p:nvGrpSpPr>
        <p:grpSpPr>
          <a:xfrm>
            <a:off x="709357" y="4655766"/>
            <a:ext cx="992463" cy="992463"/>
            <a:chOff x="0" y="0"/>
            <a:chExt cx="812800" cy="812800"/>
          </a:xfrm>
        </p:grpSpPr>
        <p:sp>
          <p:nvSpPr>
            <p:cNvPr id="1048679"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680"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76" name="Group 8"/>
          <p:cNvGrpSpPr/>
          <p:nvPr/>
        </p:nvGrpSpPr>
        <p:grpSpPr>
          <a:xfrm>
            <a:off x="951509" y="3320505"/>
            <a:ext cx="508158" cy="543805"/>
            <a:chOff x="0" y="0"/>
            <a:chExt cx="812800" cy="869819"/>
          </a:xfrm>
        </p:grpSpPr>
        <p:sp>
          <p:nvSpPr>
            <p:cNvPr id="1048681"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82"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77" name="Group 11"/>
          <p:cNvGrpSpPr/>
          <p:nvPr/>
        </p:nvGrpSpPr>
        <p:grpSpPr>
          <a:xfrm>
            <a:off x="951509" y="1987111"/>
            <a:ext cx="508158" cy="543805"/>
            <a:chOff x="0" y="0"/>
            <a:chExt cx="812800" cy="869819"/>
          </a:xfrm>
        </p:grpSpPr>
        <p:sp>
          <p:nvSpPr>
            <p:cNvPr id="1048683"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84"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78" name="Group 14"/>
          <p:cNvGrpSpPr/>
          <p:nvPr/>
        </p:nvGrpSpPr>
        <p:grpSpPr>
          <a:xfrm>
            <a:off x="951509" y="3988135"/>
            <a:ext cx="508158" cy="543805"/>
            <a:chOff x="0" y="0"/>
            <a:chExt cx="812800" cy="869819"/>
          </a:xfrm>
        </p:grpSpPr>
        <p:sp>
          <p:nvSpPr>
            <p:cNvPr id="104868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8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79" name="Group 17"/>
          <p:cNvGrpSpPr/>
          <p:nvPr/>
        </p:nvGrpSpPr>
        <p:grpSpPr>
          <a:xfrm>
            <a:off x="951509" y="2652874"/>
            <a:ext cx="508158" cy="543805"/>
            <a:chOff x="0" y="0"/>
            <a:chExt cx="812800" cy="869819"/>
          </a:xfrm>
        </p:grpSpPr>
        <p:sp>
          <p:nvSpPr>
            <p:cNvPr id="1048687"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88"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80" name="Group 20"/>
          <p:cNvGrpSpPr/>
          <p:nvPr/>
        </p:nvGrpSpPr>
        <p:grpSpPr>
          <a:xfrm>
            <a:off x="951509" y="6430348"/>
            <a:ext cx="508158" cy="543805"/>
            <a:chOff x="0" y="0"/>
            <a:chExt cx="812800" cy="869819"/>
          </a:xfrm>
        </p:grpSpPr>
        <p:sp>
          <p:nvSpPr>
            <p:cNvPr id="1048689"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90"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81" name="Group 23"/>
          <p:cNvGrpSpPr/>
          <p:nvPr/>
        </p:nvGrpSpPr>
        <p:grpSpPr>
          <a:xfrm>
            <a:off x="951509" y="5764584"/>
            <a:ext cx="508158" cy="543805"/>
            <a:chOff x="0" y="0"/>
            <a:chExt cx="812800" cy="869819"/>
          </a:xfrm>
        </p:grpSpPr>
        <p:sp>
          <p:nvSpPr>
            <p:cNvPr id="1048691"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92"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82" name="Group 26"/>
          <p:cNvGrpSpPr/>
          <p:nvPr/>
        </p:nvGrpSpPr>
        <p:grpSpPr>
          <a:xfrm>
            <a:off x="951509" y="7088453"/>
            <a:ext cx="508158" cy="543805"/>
            <a:chOff x="0" y="0"/>
            <a:chExt cx="812800" cy="869819"/>
          </a:xfrm>
        </p:grpSpPr>
        <p:sp>
          <p:nvSpPr>
            <p:cNvPr id="1048693"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94"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83" name="Group 29"/>
          <p:cNvGrpSpPr/>
          <p:nvPr/>
        </p:nvGrpSpPr>
        <p:grpSpPr>
          <a:xfrm>
            <a:off x="951509" y="7756083"/>
            <a:ext cx="508158" cy="543805"/>
            <a:chOff x="0" y="0"/>
            <a:chExt cx="812800" cy="869819"/>
          </a:xfrm>
        </p:grpSpPr>
        <p:sp>
          <p:nvSpPr>
            <p:cNvPr id="1048695"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696"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84" name="Group 37"/>
          <p:cNvGrpSpPr/>
          <p:nvPr/>
        </p:nvGrpSpPr>
        <p:grpSpPr>
          <a:xfrm>
            <a:off x="11762088" y="-9632634"/>
            <a:ext cx="10994424" cy="10994424"/>
            <a:chOff x="0" y="0"/>
            <a:chExt cx="812800" cy="812800"/>
          </a:xfrm>
        </p:grpSpPr>
        <p:sp>
          <p:nvSpPr>
            <p:cNvPr id="1048697"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698"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699"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700" name="TextBox 41"/>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701" name="TextBox 42"/>
          <p:cNvSpPr txBox="1"/>
          <p:nvPr/>
        </p:nvSpPr>
        <p:spPr>
          <a:xfrm>
            <a:off x="2374972" y="2117811"/>
            <a:ext cx="15082325" cy="5120641"/>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097153" name="Picture 2"/>
          <p:cNvPicPr>
            <a:picLocks noChangeAspect="1"/>
          </p:cNvPicPr>
          <p:nvPr/>
        </p:nvPicPr>
        <p:blipFill>
          <a:blip r:embed="rId3"/>
          <a:stretch>
            <a:fillRect/>
          </a:stretch>
        </p:blipFill>
        <p:spPr>
          <a:xfrm>
            <a:off x="3015634" y="1923425"/>
            <a:ext cx="12877800" cy="694518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86" name="Group 14"/>
          <p:cNvGrpSpPr/>
          <p:nvPr/>
        </p:nvGrpSpPr>
        <p:grpSpPr>
          <a:xfrm>
            <a:off x="735588" y="5318634"/>
            <a:ext cx="992463" cy="992463"/>
            <a:chOff x="0" y="0"/>
            <a:chExt cx="812800" cy="812800"/>
          </a:xfrm>
        </p:grpSpPr>
        <p:sp>
          <p:nvSpPr>
            <p:cNvPr id="1048702"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703"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87" name="Group 17"/>
          <p:cNvGrpSpPr/>
          <p:nvPr/>
        </p:nvGrpSpPr>
        <p:grpSpPr>
          <a:xfrm>
            <a:off x="977741" y="3315742"/>
            <a:ext cx="508158" cy="543805"/>
            <a:chOff x="0" y="0"/>
            <a:chExt cx="812800" cy="869819"/>
          </a:xfrm>
        </p:grpSpPr>
        <p:sp>
          <p:nvSpPr>
            <p:cNvPr id="1048704"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05"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88" name="Group 20"/>
          <p:cNvGrpSpPr/>
          <p:nvPr/>
        </p:nvGrpSpPr>
        <p:grpSpPr>
          <a:xfrm>
            <a:off x="977741" y="1982349"/>
            <a:ext cx="508158" cy="543805"/>
            <a:chOff x="0" y="0"/>
            <a:chExt cx="812800" cy="869819"/>
          </a:xfrm>
        </p:grpSpPr>
        <p:sp>
          <p:nvSpPr>
            <p:cNvPr id="1048706"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07"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89" name="Group 23"/>
          <p:cNvGrpSpPr/>
          <p:nvPr/>
        </p:nvGrpSpPr>
        <p:grpSpPr>
          <a:xfrm>
            <a:off x="977741" y="3983373"/>
            <a:ext cx="508158" cy="543805"/>
            <a:chOff x="0" y="0"/>
            <a:chExt cx="812800" cy="869819"/>
          </a:xfrm>
        </p:grpSpPr>
        <p:sp>
          <p:nvSpPr>
            <p:cNvPr id="1048708"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09"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90" name="Group 26"/>
          <p:cNvGrpSpPr/>
          <p:nvPr/>
        </p:nvGrpSpPr>
        <p:grpSpPr>
          <a:xfrm>
            <a:off x="977741" y="2648112"/>
            <a:ext cx="508158" cy="543805"/>
            <a:chOff x="0" y="0"/>
            <a:chExt cx="812800" cy="869819"/>
          </a:xfrm>
        </p:grpSpPr>
        <p:sp>
          <p:nvSpPr>
            <p:cNvPr id="1048710"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11"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91" name="Group 29"/>
          <p:cNvGrpSpPr/>
          <p:nvPr/>
        </p:nvGrpSpPr>
        <p:grpSpPr>
          <a:xfrm>
            <a:off x="977741" y="6425585"/>
            <a:ext cx="508158" cy="543805"/>
            <a:chOff x="0" y="0"/>
            <a:chExt cx="812800" cy="869819"/>
          </a:xfrm>
        </p:grpSpPr>
        <p:sp>
          <p:nvSpPr>
            <p:cNvPr id="1048712"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13"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92" name="Group 32"/>
          <p:cNvGrpSpPr/>
          <p:nvPr/>
        </p:nvGrpSpPr>
        <p:grpSpPr>
          <a:xfrm>
            <a:off x="977741" y="4651003"/>
            <a:ext cx="508158" cy="543805"/>
            <a:chOff x="0" y="0"/>
            <a:chExt cx="812800" cy="869819"/>
          </a:xfrm>
        </p:grpSpPr>
        <p:sp>
          <p:nvSpPr>
            <p:cNvPr id="1048714"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15"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93" name="Group 37"/>
          <p:cNvGrpSpPr/>
          <p:nvPr/>
        </p:nvGrpSpPr>
        <p:grpSpPr>
          <a:xfrm>
            <a:off x="977741" y="7093216"/>
            <a:ext cx="508158" cy="543805"/>
            <a:chOff x="0" y="0"/>
            <a:chExt cx="812800" cy="869819"/>
          </a:xfrm>
        </p:grpSpPr>
        <p:sp>
          <p:nvSpPr>
            <p:cNvPr id="1048716"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17"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94" name="Group 40"/>
          <p:cNvGrpSpPr/>
          <p:nvPr/>
        </p:nvGrpSpPr>
        <p:grpSpPr>
          <a:xfrm>
            <a:off x="977741" y="7760846"/>
            <a:ext cx="508158" cy="543805"/>
            <a:chOff x="0" y="0"/>
            <a:chExt cx="812800" cy="869819"/>
          </a:xfrm>
        </p:grpSpPr>
        <p:sp>
          <p:nvSpPr>
            <p:cNvPr id="1048718"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19"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72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721" name="TextBox 46"/>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722" name="TextBox 49"/>
          <p:cNvSpPr txBox="1"/>
          <p:nvPr/>
        </p:nvSpPr>
        <p:spPr>
          <a:xfrm>
            <a:off x="2209800" y="1638300"/>
            <a:ext cx="15082325" cy="4701541"/>
          </a:xfrm>
          <a:prstGeom prst="rect">
            <a:avLst/>
          </a:prstGeom>
          <a:noFill/>
        </p:spPr>
        <p:txBody>
          <a:bodyPr wrap="square" rtlCol="0">
            <a:spAutoFit/>
          </a:bodyPr>
          <a:lstStyle/>
          <a:p>
            <a:r>
              <a:rPr lang="en-US" sz="2800" dirty="0"/>
              <a:t>(Add 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2097154" name="Picture 2"/>
          <p:cNvPicPr>
            <a:picLocks noChangeAspect="1"/>
          </p:cNvPicPr>
          <p:nvPr/>
        </p:nvPicPr>
        <p:blipFill>
          <a:blip r:embed="rId3"/>
          <a:stretch>
            <a:fillRect/>
          </a:stretch>
        </p:blipFill>
        <p:spPr>
          <a:xfrm>
            <a:off x="2209801" y="1428231"/>
            <a:ext cx="14103620" cy="743053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96" name="Group 19"/>
          <p:cNvGrpSpPr/>
          <p:nvPr/>
        </p:nvGrpSpPr>
        <p:grpSpPr>
          <a:xfrm>
            <a:off x="735588" y="5976927"/>
            <a:ext cx="992463" cy="992463"/>
            <a:chOff x="0" y="0"/>
            <a:chExt cx="812800" cy="812800"/>
          </a:xfrm>
        </p:grpSpPr>
        <p:sp>
          <p:nvSpPr>
            <p:cNvPr id="1048723"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724"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97" name="Group 22"/>
          <p:cNvGrpSpPr/>
          <p:nvPr/>
        </p:nvGrpSpPr>
        <p:grpSpPr>
          <a:xfrm>
            <a:off x="977741" y="3315742"/>
            <a:ext cx="508158" cy="543805"/>
            <a:chOff x="0" y="0"/>
            <a:chExt cx="812800" cy="869819"/>
          </a:xfrm>
        </p:grpSpPr>
        <p:sp>
          <p:nvSpPr>
            <p:cNvPr id="1048725"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26"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98" name="Group 25"/>
          <p:cNvGrpSpPr/>
          <p:nvPr/>
        </p:nvGrpSpPr>
        <p:grpSpPr>
          <a:xfrm>
            <a:off x="977741" y="1982349"/>
            <a:ext cx="508158" cy="543805"/>
            <a:chOff x="0" y="0"/>
            <a:chExt cx="812800" cy="869819"/>
          </a:xfrm>
        </p:grpSpPr>
        <p:sp>
          <p:nvSpPr>
            <p:cNvPr id="1048727"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28"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99" name="Group 28"/>
          <p:cNvGrpSpPr/>
          <p:nvPr/>
        </p:nvGrpSpPr>
        <p:grpSpPr>
          <a:xfrm>
            <a:off x="977741" y="3983373"/>
            <a:ext cx="508158" cy="543805"/>
            <a:chOff x="0" y="0"/>
            <a:chExt cx="812800" cy="869819"/>
          </a:xfrm>
        </p:grpSpPr>
        <p:sp>
          <p:nvSpPr>
            <p:cNvPr id="10487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00" name="Group 31"/>
          <p:cNvGrpSpPr/>
          <p:nvPr/>
        </p:nvGrpSpPr>
        <p:grpSpPr>
          <a:xfrm>
            <a:off x="977741" y="2648112"/>
            <a:ext cx="508158" cy="543805"/>
            <a:chOff x="0" y="0"/>
            <a:chExt cx="812800" cy="869819"/>
          </a:xfrm>
        </p:grpSpPr>
        <p:sp>
          <p:nvSpPr>
            <p:cNvPr id="1048731"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32"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01" name="Group 34"/>
          <p:cNvGrpSpPr/>
          <p:nvPr/>
        </p:nvGrpSpPr>
        <p:grpSpPr>
          <a:xfrm>
            <a:off x="977741" y="5318634"/>
            <a:ext cx="508158" cy="543805"/>
            <a:chOff x="0" y="0"/>
            <a:chExt cx="812800" cy="869819"/>
          </a:xfrm>
        </p:grpSpPr>
        <p:sp>
          <p:nvSpPr>
            <p:cNvPr id="1048733"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34"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02" name="Group 37"/>
          <p:cNvGrpSpPr/>
          <p:nvPr/>
        </p:nvGrpSpPr>
        <p:grpSpPr>
          <a:xfrm>
            <a:off x="977741" y="4651003"/>
            <a:ext cx="508158" cy="543805"/>
            <a:chOff x="0" y="0"/>
            <a:chExt cx="812800" cy="869819"/>
          </a:xfrm>
        </p:grpSpPr>
        <p:sp>
          <p:nvSpPr>
            <p:cNvPr id="1048735"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36"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03" name="Group 40"/>
          <p:cNvGrpSpPr/>
          <p:nvPr/>
        </p:nvGrpSpPr>
        <p:grpSpPr>
          <a:xfrm>
            <a:off x="977741" y="7093216"/>
            <a:ext cx="508158" cy="543805"/>
            <a:chOff x="0" y="0"/>
            <a:chExt cx="812800" cy="869819"/>
          </a:xfrm>
        </p:grpSpPr>
        <p:sp>
          <p:nvSpPr>
            <p:cNvPr id="1048737"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38"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104" name="Group 43"/>
          <p:cNvGrpSpPr/>
          <p:nvPr/>
        </p:nvGrpSpPr>
        <p:grpSpPr>
          <a:xfrm>
            <a:off x="977741" y="7760846"/>
            <a:ext cx="508158" cy="543805"/>
            <a:chOff x="0" y="0"/>
            <a:chExt cx="812800" cy="869819"/>
          </a:xfrm>
        </p:grpSpPr>
        <p:sp>
          <p:nvSpPr>
            <p:cNvPr id="1048739"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40"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741"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742" name="TextBox 46"/>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743" name="TextBox 47"/>
          <p:cNvSpPr txBox="1"/>
          <p:nvPr/>
        </p:nvSpPr>
        <p:spPr>
          <a:xfrm>
            <a:off x="2209800" y="1638300"/>
            <a:ext cx="15082325" cy="12664439"/>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endParaRPr lang="en-US" sz="2800" dirty="0"/>
          </a:p>
          <a:p>
            <a:r>
              <a:rPr lang="en-US" sz="2800" dirty="0">
                <a:solidFill>
                  <a:srgbClr val="0033CC"/>
                </a:solidFill>
              </a:rPr>
              <a:t>Tools:</a:t>
            </a:r>
          </a:p>
          <a:p>
            <a:endParaRPr lang="en-US" sz="2800" dirty="0">
              <a:solidFill>
                <a:srgbClr val="0033CC"/>
              </a:solidFill>
            </a:endParaRPr>
          </a:p>
          <a:p>
            <a:r>
              <a:rPr lang="en-US" sz="2800" dirty="0"/>
              <a:t>1.Visual Studio Code</a:t>
            </a:r>
          </a:p>
          <a:p>
            <a:endParaRPr lang="en-US" sz="2800" dirty="0"/>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 Mac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6" name="Group 7"/>
          <p:cNvGrpSpPr/>
          <p:nvPr/>
        </p:nvGrpSpPr>
        <p:grpSpPr>
          <a:xfrm>
            <a:off x="735588" y="6653894"/>
            <a:ext cx="992463" cy="992463"/>
            <a:chOff x="0" y="0"/>
            <a:chExt cx="812800" cy="812800"/>
          </a:xfrm>
        </p:grpSpPr>
        <p:sp>
          <p:nvSpPr>
            <p:cNvPr id="1048744"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745"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7" name="Group 10"/>
          <p:cNvGrpSpPr/>
          <p:nvPr/>
        </p:nvGrpSpPr>
        <p:grpSpPr>
          <a:xfrm>
            <a:off x="977741" y="3315742"/>
            <a:ext cx="508158" cy="543805"/>
            <a:chOff x="0" y="0"/>
            <a:chExt cx="812800" cy="869819"/>
          </a:xfrm>
        </p:grpSpPr>
        <p:sp>
          <p:nvSpPr>
            <p:cNvPr id="1048746"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47"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08" name="Group 13"/>
          <p:cNvGrpSpPr/>
          <p:nvPr/>
        </p:nvGrpSpPr>
        <p:grpSpPr>
          <a:xfrm>
            <a:off x="977741" y="1982349"/>
            <a:ext cx="508158" cy="543805"/>
            <a:chOff x="0" y="0"/>
            <a:chExt cx="812800" cy="869819"/>
          </a:xfrm>
        </p:grpSpPr>
        <p:sp>
          <p:nvSpPr>
            <p:cNvPr id="1048748"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49"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09" name="Group 16"/>
          <p:cNvGrpSpPr/>
          <p:nvPr/>
        </p:nvGrpSpPr>
        <p:grpSpPr>
          <a:xfrm>
            <a:off x="977741" y="3983373"/>
            <a:ext cx="508158" cy="543805"/>
            <a:chOff x="0" y="0"/>
            <a:chExt cx="812800" cy="869819"/>
          </a:xfrm>
        </p:grpSpPr>
        <p:sp>
          <p:nvSpPr>
            <p:cNvPr id="1048750"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51"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10" name="Group 19"/>
          <p:cNvGrpSpPr/>
          <p:nvPr/>
        </p:nvGrpSpPr>
        <p:grpSpPr>
          <a:xfrm>
            <a:off x="977741" y="2648112"/>
            <a:ext cx="508158" cy="543805"/>
            <a:chOff x="0" y="0"/>
            <a:chExt cx="812800" cy="869819"/>
          </a:xfrm>
        </p:grpSpPr>
        <p:sp>
          <p:nvSpPr>
            <p:cNvPr id="1048752"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53"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11" name="Group 22"/>
          <p:cNvGrpSpPr/>
          <p:nvPr/>
        </p:nvGrpSpPr>
        <p:grpSpPr>
          <a:xfrm>
            <a:off x="977741" y="5318634"/>
            <a:ext cx="508158" cy="543805"/>
            <a:chOff x="0" y="0"/>
            <a:chExt cx="812800" cy="869819"/>
          </a:xfrm>
        </p:grpSpPr>
        <p:sp>
          <p:nvSpPr>
            <p:cNvPr id="1048754"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55"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12" name="Group 25"/>
          <p:cNvGrpSpPr/>
          <p:nvPr/>
        </p:nvGrpSpPr>
        <p:grpSpPr>
          <a:xfrm>
            <a:off x="977741" y="4651003"/>
            <a:ext cx="508158" cy="543805"/>
            <a:chOff x="0" y="0"/>
            <a:chExt cx="812800" cy="869819"/>
          </a:xfrm>
        </p:grpSpPr>
        <p:sp>
          <p:nvSpPr>
            <p:cNvPr id="104875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5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13" name="Group 28"/>
          <p:cNvGrpSpPr/>
          <p:nvPr/>
        </p:nvGrpSpPr>
        <p:grpSpPr>
          <a:xfrm>
            <a:off x="977741" y="5986264"/>
            <a:ext cx="508158" cy="543805"/>
            <a:chOff x="0" y="0"/>
            <a:chExt cx="812800" cy="869819"/>
          </a:xfrm>
        </p:grpSpPr>
        <p:sp>
          <p:nvSpPr>
            <p:cNvPr id="1048758"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59"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14" name="Group 31"/>
          <p:cNvGrpSpPr/>
          <p:nvPr/>
        </p:nvGrpSpPr>
        <p:grpSpPr>
          <a:xfrm>
            <a:off x="977741" y="7760846"/>
            <a:ext cx="508158" cy="543805"/>
            <a:chOff x="0" y="0"/>
            <a:chExt cx="812800" cy="869819"/>
          </a:xfrm>
        </p:grpSpPr>
        <p:sp>
          <p:nvSpPr>
            <p:cNvPr id="1048760"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61"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762"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15" name="Group 35"/>
          <p:cNvGrpSpPr/>
          <p:nvPr/>
        </p:nvGrpSpPr>
        <p:grpSpPr>
          <a:xfrm>
            <a:off x="17170670" y="-178579"/>
            <a:ext cx="10994424" cy="10994424"/>
            <a:chOff x="0" y="0"/>
            <a:chExt cx="812800" cy="812800"/>
          </a:xfrm>
        </p:grpSpPr>
        <p:sp>
          <p:nvSpPr>
            <p:cNvPr id="1048763"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764"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765"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766" name="TextBox 43"/>
          <p:cNvSpPr txBox="1"/>
          <p:nvPr/>
        </p:nvSpPr>
        <p:spPr>
          <a:xfrm>
            <a:off x="2209800" y="1638300"/>
            <a:ext cx="15082325" cy="8054340"/>
          </a:xfrm>
          <a:prstGeom prst="rect">
            <a:avLst/>
          </a:prstGeom>
          <a:noFill/>
        </p:spPr>
        <p:txBody>
          <a:bodyPr wrap="square" rtlCol="0">
            <a:spAutoFit/>
          </a:bodyPr>
          <a:lstStyle/>
          <a:p>
            <a:endParaRPr lang="en-IN" sz="2800" b="1" dirty="0"/>
          </a:p>
          <a:p>
            <a:r>
              <a:rPr lang="en-IN" sz="2800" b="1" dirty="0"/>
              <a:t>Module 1: User Management</a:t>
            </a:r>
          </a:p>
          <a:p>
            <a:r>
              <a:rPr lang="en-IN" sz="2800" dirty="0"/>
              <a:t>Handles user registration, login, and profile management with secure authentication.</a:t>
            </a:r>
          </a:p>
          <a:p>
            <a:endParaRPr lang="en-IN" sz="2800" dirty="0"/>
          </a:p>
          <a:p>
            <a:r>
              <a:rPr lang="en-IN" sz="2800" b="1" dirty="0"/>
              <a:t>Module 2: Quiz Management</a:t>
            </a:r>
          </a:p>
          <a:p>
            <a:r>
              <a:rPr lang="en-IN" sz="2800" dirty="0"/>
              <a:t>Allows Admin to create , update , delete , quizzes and manage questions.</a:t>
            </a:r>
          </a:p>
          <a:p>
            <a:endParaRPr lang="en-IN" sz="2800" dirty="0"/>
          </a:p>
          <a:p>
            <a:r>
              <a:rPr lang="en-IN" sz="2800" b="1" dirty="0"/>
              <a:t>Module 3: Quiz Execution &amp; Evaluation</a:t>
            </a:r>
          </a:p>
          <a:p>
            <a:r>
              <a:rPr lang="en-IN" sz="2800" dirty="0"/>
              <a:t>Conducts quizzes , record answers,  and automatically calculates scores.</a:t>
            </a:r>
          </a:p>
          <a:p>
            <a:endParaRPr lang="en-IN" sz="2800" dirty="0"/>
          </a:p>
          <a:p>
            <a:r>
              <a:rPr lang="en-IN" sz="2800" b="1" dirty="0"/>
              <a:t>Module 4: Certificate Generation</a:t>
            </a:r>
          </a:p>
          <a:p>
            <a:r>
              <a:rPr lang="en-US" sz="2800" dirty="0"/>
              <a:t>Generates and downloads PDF certificates for users who pass the quiz.</a:t>
            </a:r>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17" name="Group 7"/>
          <p:cNvGrpSpPr/>
          <p:nvPr/>
        </p:nvGrpSpPr>
        <p:grpSpPr>
          <a:xfrm>
            <a:off x="735588" y="6653894"/>
            <a:ext cx="992463" cy="992463"/>
            <a:chOff x="0" y="0"/>
            <a:chExt cx="812800" cy="812800"/>
          </a:xfrm>
        </p:grpSpPr>
        <p:sp>
          <p:nvSpPr>
            <p:cNvPr id="1048767"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768"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18" name="Group 10"/>
          <p:cNvGrpSpPr/>
          <p:nvPr/>
        </p:nvGrpSpPr>
        <p:grpSpPr>
          <a:xfrm>
            <a:off x="977741" y="3315742"/>
            <a:ext cx="508158" cy="543805"/>
            <a:chOff x="0" y="0"/>
            <a:chExt cx="812800" cy="869819"/>
          </a:xfrm>
        </p:grpSpPr>
        <p:sp>
          <p:nvSpPr>
            <p:cNvPr id="1048769"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70"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9" name="Group 13"/>
          <p:cNvGrpSpPr/>
          <p:nvPr/>
        </p:nvGrpSpPr>
        <p:grpSpPr>
          <a:xfrm>
            <a:off x="977741" y="1982349"/>
            <a:ext cx="508158" cy="543805"/>
            <a:chOff x="0" y="0"/>
            <a:chExt cx="812800" cy="869819"/>
          </a:xfrm>
        </p:grpSpPr>
        <p:sp>
          <p:nvSpPr>
            <p:cNvPr id="1048771"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72"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20" name="Group 16"/>
          <p:cNvGrpSpPr/>
          <p:nvPr/>
        </p:nvGrpSpPr>
        <p:grpSpPr>
          <a:xfrm>
            <a:off x="977741" y="3983373"/>
            <a:ext cx="508158" cy="543805"/>
            <a:chOff x="0" y="0"/>
            <a:chExt cx="812800" cy="869819"/>
          </a:xfrm>
        </p:grpSpPr>
        <p:sp>
          <p:nvSpPr>
            <p:cNvPr id="1048773"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74"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21" name="Group 19"/>
          <p:cNvGrpSpPr/>
          <p:nvPr/>
        </p:nvGrpSpPr>
        <p:grpSpPr>
          <a:xfrm>
            <a:off x="977741" y="2648112"/>
            <a:ext cx="508158" cy="543805"/>
            <a:chOff x="0" y="0"/>
            <a:chExt cx="812800" cy="869819"/>
          </a:xfrm>
        </p:grpSpPr>
        <p:sp>
          <p:nvSpPr>
            <p:cNvPr id="1048775"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76"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22" name="Group 22"/>
          <p:cNvGrpSpPr/>
          <p:nvPr/>
        </p:nvGrpSpPr>
        <p:grpSpPr>
          <a:xfrm>
            <a:off x="977741" y="5318634"/>
            <a:ext cx="508158" cy="543805"/>
            <a:chOff x="0" y="0"/>
            <a:chExt cx="812800" cy="869819"/>
          </a:xfrm>
        </p:grpSpPr>
        <p:sp>
          <p:nvSpPr>
            <p:cNvPr id="1048777"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78"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23" name="Group 25"/>
          <p:cNvGrpSpPr/>
          <p:nvPr/>
        </p:nvGrpSpPr>
        <p:grpSpPr>
          <a:xfrm>
            <a:off x="977741" y="4651003"/>
            <a:ext cx="508158" cy="543805"/>
            <a:chOff x="0" y="0"/>
            <a:chExt cx="812800" cy="869819"/>
          </a:xfrm>
        </p:grpSpPr>
        <p:sp>
          <p:nvSpPr>
            <p:cNvPr id="1048779"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80"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24" name="Group 28"/>
          <p:cNvGrpSpPr/>
          <p:nvPr/>
        </p:nvGrpSpPr>
        <p:grpSpPr>
          <a:xfrm>
            <a:off x="977741" y="5986264"/>
            <a:ext cx="508158" cy="543805"/>
            <a:chOff x="0" y="0"/>
            <a:chExt cx="812800" cy="869819"/>
          </a:xfrm>
        </p:grpSpPr>
        <p:sp>
          <p:nvSpPr>
            <p:cNvPr id="1048781"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82"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25" name="Group 31"/>
          <p:cNvGrpSpPr/>
          <p:nvPr/>
        </p:nvGrpSpPr>
        <p:grpSpPr>
          <a:xfrm>
            <a:off x="977741" y="7760846"/>
            <a:ext cx="508158" cy="543805"/>
            <a:chOff x="0" y="0"/>
            <a:chExt cx="812800" cy="869819"/>
          </a:xfrm>
        </p:grpSpPr>
        <p:sp>
          <p:nvSpPr>
            <p:cNvPr id="1048783"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84"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785"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26" name="Group 35"/>
          <p:cNvGrpSpPr/>
          <p:nvPr/>
        </p:nvGrpSpPr>
        <p:grpSpPr>
          <a:xfrm>
            <a:off x="17170670" y="-178579"/>
            <a:ext cx="10994424" cy="10994424"/>
            <a:chOff x="0" y="0"/>
            <a:chExt cx="812800" cy="812800"/>
          </a:xfrm>
        </p:grpSpPr>
        <p:sp>
          <p:nvSpPr>
            <p:cNvPr id="104878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78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788"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789" name="TextBox 43"/>
          <p:cNvSpPr txBox="1"/>
          <p:nvPr/>
        </p:nvSpPr>
        <p:spPr>
          <a:xfrm>
            <a:off x="2209800" y="1638300"/>
            <a:ext cx="15082325" cy="5958840"/>
          </a:xfrm>
          <a:prstGeom prst="rect">
            <a:avLst/>
          </a:prstGeom>
          <a:noFill/>
        </p:spPr>
        <p:txBody>
          <a:bodyPr wrap="square" rtlCol="0">
            <a:spAutoFit/>
          </a:bodyPr>
          <a:lstStyle/>
          <a:p>
            <a:r>
              <a:rPr lang="en-US" sz="2800" dirty="0">
                <a:solidFill>
                  <a:srgbClr val="0033CC"/>
                </a:solidFill>
              </a:rPr>
              <a:t>Login Page / 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a:extLst>
              <a:ext uri="{FF2B5EF4-FFF2-40B4-BE49-F238E27FC236}">
                <a16:creationId xmlns:a16="http://schemas.microsoft.com/office/drawing/2014/main" id="{BDD75AD1-D475-87CA-F88B-0C51A054BE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3119" y="2359618"/>
            <a:ext cx="13380301" cy="710828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28" name="Group 7"/>
          <p:cNvGrpSpPr/>
          <p:nvPr/>
        </p:nvGrpSpPr>
        <p:grpSpPr>
          <a:xfrm>
            <a:off x="735588" y="6653894"/>
            <a:ext cx="992463" cy="992463"/>
            <a:chOff x="0" y="0"/>
            <a:chExt cx="812800" cy="812800"/>
          </a:xfrm>
        </p:grpSpPr>
        <p:sp>
          <p:nvSpPr>
            <p:cNvPr id="1048790"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791"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29" name="Group 10"/>
          <p:cNvGrpSpPr/>
          <p:nvPr/>
        </p:nvGrpSpPr>
        <p:grpSpPr>
          <a:xfrm>
            <a:off x="977741" y="3315742"/>
            <a:ext cx="508158" cy="543805"/>
            <a:chOff x="0" y="0"/>
            <a:chExt cx="812800" cy="869819"/>
          </a:xfrm>
        </p:grpSpPr>
        <p:sp>
          <p:nvSpPr>
            <p:cNvPr id="1048792"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93"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0" name="Group 13"/>
          <p:cNvGrpSpPr/>
          <p:nvPr/>
        </p:nvGrpSpPr>
        <p:grpSpPr>
          <a:xfrm>
            <a:off x="977741" y="1982349"/>
            <a:ext cx="508158" cy="543805"/>
            <a:chOff x="0" y="0"/>
            <a:chExt cx="812800" cy="869819"/>
          </a:xfrm>
        </p:grpSpPr>
        <p:sp>
          <p:nvSpPr>
            <p:cNvPr id="104879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9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31" name="Group 16"/>
          <p:cNvGrpSpPr/>
          <p:nvPr/>
        </p:nvGrpSpPr>
        <p:grpSpPr>
          <a:xfrm>
            <a:off x="977741" y="3983373"/>
            <a:ext cx="508158" cy="543805"/>
            <a:chOff x="0" y="0"/>
            <a:chExt cx="812800" cy="869819"/>
          </a:xfrm>
        </p:grpSpPr>
        <p:sp>
          <p:nvSpPr>
            <p:cNvPr id="1048796"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97"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2" name="Group 19"/>
          <p:cNvGrpSpPr/>
          <p:nvPr/>
        </p:nvGrpSpPr>
        <p:grpSpPr>
          <a:xfrm>
            <a:off x="977741" y="2648112"/>
            <a:ext cx="508158" cy="543805"/>
            <a:chOff x="0" y="0"/>
            <a:chExt cx="812800" cy="869819"/>
          </a:xfrm>
        </p:grpSpPr>
        <p:sp>
          <p:nvSpPr>
            <p:cNvPr id="1048798"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799"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33" name="Group 22"/>
          <p:cNvGrpSpPr/>
          <p:nvPr/>
        </p:nvGrpSpPr>
        <p:grpSpPr>
          <a:xfrm>
            <a:off x="977741" y="5318634"/>
            <a:ext cx="508158" cy="543805"/>
            <a:chOff x="0" y="0"/>
            <a:chExt cx="812800" cy="869819"/>
          </a:xfrm>
        </p:grpSpPr>
        <p:sp>
          <p:nvSpPr>
            <p:cNvPr id="1048800"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01"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34" name="Group 25"/>
          <p:cNvGrpSpPr/>
          <p:nvPr/>
        </p:nvGrpSpPr>
        <p:grpSpPr>
          <a:xfrm>
            <a:off x="977741" y="4651003"/>
            <a:ext cx="508158" cy="543805"/>
            <a:chOff x="0" y="0"/>
            <a:chExt cx="812800" cy="869819"/>
          </a:xfrm>
        </p:grpSpPr>
        <p:sp>
          <p:nvSpPr>
            <p:cNvPr id="1048802"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03"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35" name="Group 28"/>
          <p:cNvGrpSpPr/>
          <p:nvPr/>
        </p:nvGrpSpPr>
        <p:grpSpPr>
          <a:xfrm>
            <a:off x="977741" y="5986264"/>
            <a:ext cx="508158" cy="543805"/>
            <a:chOff x="0" y="0"/>
            <a:chExt cx="812800" cy="869819"/>
          </a:xfrm>
        </p:grpSpPr>
        <p:sp>
          <p:nvSpPr>
            <p:cNvPr id="1048804"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05"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36" name="Group 31"/>
          <p:cNvGrpSpPr/>
          <p:nvPr/>
        </p:nvGrpSpPr>
        <p:grpSpPr>
          <a:xfrm>
            <a:off x="977741" y="7760846"/>
            <a:ext cx="508158" cy="543805"/>
            <a:chOff x="0" y="0"/>
            <a:chExt cx="812800" cy="869819"/>
          </a:xfrm>
        </p:grpSpPr>
        <p:sp>
          <p:nvSpPr>
            <p:cNvPr id="1048806"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07"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808"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37" name="Group 35"/>
          <p:cNvGrpSpPr/>
          <p:nvPr/>
        </p:nvGrpSpPr>
        <p:grpSpPr>
          <a:xfrm>
            <a:off x="17170670" y="-178579"/>
            <a:ext cx="10994424" cy="10994424"/>
            <a:chOff x="0" y="0"/>
            <a:chExt cx="812800" cy="812800"/>
          </a:xfrm>
        </p:grpSpPr>
        <p:sp>
          <p:nvSpPr>
            <p:cNvPr id="1048809"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810"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811"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812" name="TextBox 43"/>
          <p:cNvSpPr txBox="1"/>
          <p:nvPr/>
        </p:nvSpPr>
        <p:spPr>
          <a:xfrm>
            <a:off x="2209800" y="1638300"/>
            <a:ext cx="15082325" cy="5958840"/>
          </a:xfrm>
          <a:prstGeom prst="rect">
            <a:avLst/>
          </a:prstGeom>
          <a:noFill/>
        </p:spPr>
        <p:txBody>
          <a:bodyPr wrap="square" rtlCol="0">
            <a:spAutoFit/>
          </a:bodyPr>
          <a:lstStyle/>
          <a:p>
            <a:r>
              <a:rPr lang="en-US" sz="2800" dirty="0">
                <a:solidFill>
                  <a:srgbClr val="0033CC"/>
                </a:solidFill>
              </a:rPr>
              <a:t>Main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E610063-47EE-AD62-6B81-FA084186DD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05579" y="2354106"/>
            <a:ext cx="13426437" cy="71327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9" name="Group 7"/>
          <p:cNvGrpSpPr/>
          <p:nvPr/>
        </p:nvGrpSpPr>
        <p:grpSpPr>
          <a:xfrm>
            <a:off x="735588" y="6653894"/>
            <a:ext cx="992463" cy="992463"/>
            <a:chOff x="0" y="0"/>
            <a:chExt cx="812800" cy="812800"/>
          </a:xfrm>
        </p:grpSpPr>
        <p:sp>
          <p:nvSpPr>
            <p:cNvPr id="1048813"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814"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40" name="Group 10"/>
          <p:cNvGrpSpPr/>
          <p:nvPr/>
        </p:nvGrpSpPr>
        <p:grpSpPr>
          <a:xfrm>
            <a:off x="977741" y="3315742"/>
            <a:ext cx="508158" cy="543805"/>
            <a:chOff x="0" y="0"/>
            <a:chExt cx="812800" cy="869819"/>
          </a:xfrm>
        </p:grpSpPr>
        <p:sp>
          <p:nvSpPr>
            <p:cNvPr id="1048815"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16"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41" name="Group 13"/>
          <p:cNvGrpSpPr/>
          <p:nvPr/>
        </p:nvGrpSpPr>
        <p:grpSpPr>
          <a:xfrm>
            <a:off x="977741" y="1982349"/>
            <a:ext cx="508158" cy="543805"/>
            <a:chOff x="0" y="0"/>
            <a:chExt cx="812800" cy="869819"/>
          </a:xfrm>
        </p:grpSpPr>
        <p:sp>
          <p:nvSpPr>
            <p:cNvPr id="1048817"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18"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2" name="Group 16"/>
          <p:cNvGrpSpPr/>
          <p:nvPr/>
        </p:nvGrpSpPr>
        <p:grpSpPr>
          <a:xfrm>
            <a:off x="977741" y="3983373"/>
            <a:ext cx="508158" cy="543805"/>
            <a:chOff x="0" y="0"/>
            <a:chExt cx="812800" cy="869819"/>
          </a:xfrm>
        </p:grpSpPr>
        <p:sp>
          <p:nvSpPr>
            <p:cNvPr id="1048819"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20"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43" name="Group 19"/>
          <p:cNvGrpSpPr/>
          <p:nvPr/>
        </p:nvGrpSpPr>
        <p:grpSpPr>
          <a:xfrm>
            <a:off x="977741" y="2648112"/>
            <a:ext cx="508158" cy="543805"/>
            <a:chOff x="0" y="0"/>
            <a:chExt cx="812800" cy="869819"/>
          </a:xfrm>
        </p:grpSpPr>
        <p:sp>
          <p:nvSpPr>
            <p:cNvPr id="1048821"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22"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44" name="Group 22"/>
          <p:cNvGrpSpPr/>
          <p:nvPr/>
        </p:nvGrpSpPr>
        <p:grpSpPr>
          <a:xfrm>
            <a:off x="977741" y="5318634"/>
            <a:ext cx="508158" cy="543805"/>
            <a:chOff x="0" y="0"/>
            <a:chExt cx="812800" cy="869819"/>
          </a:xfrm>
        </p:grpSpPr>
        <p:sp>
          <p:nvSpPr>
            <p:cNvPr id="10488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45" name="Group 25"/>
          <p:cNvGrpSpPr/>
          <p:nvPr/>
        </p:nvGrpSpPr>
        <p:grpSpPr>
          <a:xfrm>
            <a:off x="977741" y="4651003"/>
            <a:ext cx="508158" cy="543805"/>
            <a:chOff x="0" y="0"/>
            <a:chExt cx="812800" cy="869819"/>
          </a:xfrm>
        </p:grpSpPr>
        <p:sp>
          <p:nvSpPr>
            <p:cNvPr id="1048825"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26"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46" name="Group 28"/>
          <p:cNvGrpSpPr/>
          <p:nvPr/>
        </p:nvGrpSpPr>
        <p:grpSpPr>
          <a:xfrm>
            <a:off x="977741" y="5986264"/>
            <a:ext cx="508158" cy="543805"/>
            <a:chOff x="0" y="0"/>
            <a:chExt cx="812800" cy="869819"/>
          </a:xfrm>
        </p:grpSpPr>
        <p:sp>
          <p:nvSpPr>
            <p:cNvPr id="1048827"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28"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47" name="Group 31"/>
          <p:cNvGrpSpPr/>
          <p:nvPr/>
        </p:nvGrpSpPr>
        <p:grpSpPr>
          <a:xfrm>
            <a:off x="977741" y="7760846"/>
            <a:ext cx="508158" cy="543805"/>
            <a:chOff x="0" y="0"/>
            <a:chExt cx="812800" cy="869819"/>
          </a:xfrm>
        </p:grpSpPr>
        <p:sp>
          <p:nvSpPr>
            <p:cNvPr id="1048829"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30"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831"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48" name="Group 35"/>
          <p:cNvGrpSpPr/>
          <p:nvPr/>
        </p:nvGrpSpPr>
        <p:grpSpPr>
          <a:xfrm>
            <a:off x="17170670" y="-178579"/>
            <a:ext cx="10994424" cy="10994424"/>
            <a:chOff x="0" y="0"/>
            <a:chExt cx="812800" cy="812800"/>
          </a:xfrm>
        </p:grpSpPr>
        <p:sp>
          <p:nvSpPr>
            <p:cNvPr id="1048832"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833"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834"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835" name="TextBox 43"/>
          <p:cNvSpPr txBox="1"/>
          <p:nvPr/>
        </p:nvSpPr>
        <p:spPr>
          <a:xfrm>
            <a:off x="2209800" y="1638300"/>
            <a:ext cx="15082325" cy="5958840"/>
          </a:xfrm>
          <a:prstGeom prst="rect">
            <a:avLst/>
          </a:prstGeom>
          <a:noFill/>
        </p:spPr>
        <p:txBody>
          <a:bodyPr wrap="square" rtlCol="0">
            <a:spAutoFit/>
          </a:bodyPr>
          <a:lstStyle/>
          <a:p>
            <a:r>
              <a:rPr lang="en-US" sz="2800" dirty="0">
                <a:solidFill>
                  <a:srgbClr val="0033CC"/>
                </a:solidFill>
              </a:rPr>
              <a:t> Admin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50" name="Group 7"/>
          <p:cNvGrpSpPr/>
          <p:nvPr/>
        </p:nvGrpSpPr>
        <p:grpSpPr>
          <a:xfrm>
            <a:off x="735588" y="6653894"/>
            <a:ext cx="992463" cy="992463"/>
            <a:chOff x="0" y="0"/>
            <a:chExt cx="812800" cy="812800"/>
          </a:xfrm>
        </p:grpSpPr>
        <p:sp>
          <p:nvSpPr>
            <p:cNvPr id="1048836"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837"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51" name="Group 10"/>
          <p:cNvGrpSpPr/>
          <p:nvPr/>
        </p:nvGrpSpPr>
        <p:grpSpPr>
          <a:xfrm>
            <a:off x="977741" y="3315742"/>
            <a:ext cx="508158" cy="543805"/>
            <a:chOff x="0" y="0"/>
            <a:chExt cx="812800" cy="869819"/>
          </a:xfrm>
        </p:grpSpPr>
        <p:sp>
          <p:nvSpPr>
            <p:cNvPr id="1048838"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39"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52" name="Group 13"/>
          <p:cNvGrpSpPr/>
          <p:nvPr/>
        </p:nvGrpSpPr>
        <p:grpSpPr>
          <a:xfrm>
            <a:off x="977741" y="1982349"/>
            <a:ext cx="508158" cy="543805"/>
            <a:chOff x="0" y="0"/>
            <a:chExt cx="812800" cy="869819"/>
          </a:xfrm>
        </p:grpSpPr>
        <p:sp>
          <p:nvSpPr>
            <p:cNvPr id="1048840"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41"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53" name="Group 16"/>
          <p:cNvGrpSpPr/>
          <p:nvPr/>
        </p:nvGrpSpPr>
        <p:grpSpPr>
          <a:xfrm>
            <a:off x="977741" y="3983373"/>
            <a:ext cx="508158" cy="543805"/>
            <a:chOff x="0" y="0"/>
            <a:chExt cx="812800" cy="869819"/>
          </a:xfrm>
        </p:grpSpPr>
        <p:sp>
          <p:nvSpPr>
            <p:cNvPr id="1048842"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43"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4" name="Group 19"/>
          <p:cNvGrpSpPr/>
          <p:nvPr/>
        </p:nvGrpSpPr>
        <p:grpSpPr>
          <a:xfrm>
            <a:off x="977741" y="2648112"/>
            <a:ext cx="508158" cy="543805"/>
            <a:chOff x="0" y="0"/>
            <a:chExt cx="812800" cy="869819"/>
          </a:xfrm>
        </p:grpSpPr>
        <p:sp>
          <p:nvSpPr>
            <p:cNvPr id="1048844"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45"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55" name="Group 22"/>
          <p:cNvGrpSpPr/>
          <p:nvPr/>
        </p:nvGrpSpPr>
        <p:grpSpPr>
          <a:xfrm>
            <a:off x="977741" y="5318634"/>
            <a:ext cx="508158" cy="543805"/>
            <a:chOff x="0" y="0"/>
            <a:chExt cx="812800" cy="869819"/>
          </a:xfrm>
        </p:grpSpPr>
        <p:sp>
          <p:nvSpPr>
            <p:cNvPr id="1048846"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47"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56" name="Group 25"/>
          <p:cNvGrpSpPr/>
          <p:nvPr/>
        </p:nvGrpSpPr>
        <p:grpSpPr>
          <a:xfrm>
            <a:off x="977741" y="4651003"/>
            <a:ext cx="508158" cy="543805"/>
            <a:chOff x="0" y="0"/>
            <a:chExt cx="812800" cy="869819"/>
          </a:xfrm>
        </p:grpSpPr>
        <p:sp>
          <p:nvSpPr>
            <p:cNvPr id="1048848"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49"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57" name="Group 28"/>
          <p:cNvGrpSpPr/>
          <p:nvPr/>
        </p:nvGrpSpPr>
        <p:grpSpPr>
          <a:xfrm>
            <a:off x="977741" y="5986264"/>
            <a:ext cx="508158" cy="543805"/>
            <a:chOff x="0" y="0"/>
            <a:chExt cx="812800" cy="869819"/>
          </a:xfrm>
        </p:grpSpPr>
        <p:sp>
          <p:nvSpPr>
            <p:cNvPr id="1048850"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51"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58" name="Group 31"/>
          <p:cNvGrpSpPr/>
          <p:nvPr/>
        </p:nvGrpSpPr>
        <p:grpSpPr>
          <a:xfrm>
            <a:off x="977741" y="7760846"/>
            <a:ext cx="508158" cy="543805"/>
            <a:chOff x="0" y="0"/>
            <a:chExt cx="812800" cy="869819"/>
          </a:xfrm>
        </p:grpSpPr>
        <p:sp>
          <p:nvSpPr>
            <p:cNvPr id="104885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5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85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59" name="Group 35"/>
          <p:cNvGrpSpPr/>
          <p:nvPr/>
        </p:nvGrpSpPr>
        <p:grpSpPr>
          <a:xfrm>
            <a:off x="17170670" y="-178579"/>
            <a:ext cx="10994424" cy="10994424"/>
            <a:chOff x="0" y="0"/>
            <a:chExt cx="812800" cy="812800"/>
          </a:xfrm>
        </p:grpSpPr>
        <p:sp>
          <p:nvSpPr>
            <p:cNvPr id="1048855"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856"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857"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858" name="TextBox 43"/>
          <p:cNvSpPr txBox="1"/>
          <p:nvPr/>
        </p:nvSpPr>
        <p:spPr>
          <a:xfrm>
            <a:off x="2209800" y="1638300"/>
            <a:ext cx="15082325" cy="4701541"/>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EF370C13-ABB7-66A9-7A25-7A1D6918D4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87143" y="2122327"/>
            <a:ext cx="15325679" cy="72876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61" name="Group 7"/>
          <p:cNvGrpSpPr/>
          <p:nvPr/>
        </p:nvGrpSpPr>
        <p:grpSpPr>
          <a:xfrm>
            <a:off x="735588" y="6653894"/>
            <a:ext cx="992463" cy="992463"/>
            <a:chOff x="0" y="0"/>
            <a:chExt cx="812800" cy="812800"/>
          </a:xfrm>
        </p:grpSpPr>
        <p:sp>
          <p:nvSpPr>
            <p:cNvPr id="1048859"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860"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62" name="Group 10"/>
          <p:cNvGrpSpPr/>
          <p:nvPr/>
        </p:nvGrpSpPr>
        <p:grpSpPr>
          <a:xfrm>
            <a:off x="977741" y="3315742"/>
            <a:ext cx="508158" cy="543805"/>
            <a:chOff x="0" y="0"/>
            <a:chExt cx="812800" cy="869819"/>
          </a:xfrm>
        </p:grpSpPr>
        <p:sp>
          <p:nvSpPr>
            <p:cNvPr id="104886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6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63" name="Group 13"/>
          <p:cNvGrpSpPr/>
          <p:nvPr/>
        </p:nvGrpSpPr>
        <p:grpSpPr>
          <a:xfrm>
            <a:off x="977741" y="1982349"/>
            <a:ext cx="508158" cy="543805"/>
            <a:chOff x="0" y="0"/>
            <a:chExt cx="812800" cy="869819"/>
          </a:xfrm>
        </p:grpSpPr>
        <p:sp>
          <p:nvSpPr>
            <p:cNvPr id="1048863"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64"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4" name="Group 16"/>
          <p:cNvGrpSpPr/>
          <p:nvPr/>
        </p:nvGrpSpPr>
        <p:grpSpPr>
          <a:xfrm>
            <a:off x="977741" y="3983373"/>
            <a:ext cx="508158" cy="543805"/>
            <a:chOff x="0" y="0"/>
            <a:chExt cx="812800" cy="869819"/>
          </a:xfrm>
        </p:grpSpPr>
        <p:sp>
          <p:nvSpPr>
            <p:cNvPr id="1048865"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66"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65" name="Group 19"/>
          <p:cNvGrpSpPr/>
          <p:nvPr/>
        </p:nvGrpSpPr>
        <p:grpSpPr>
          <a:xfrm>
            <a:off x="977741" y="2648112"/>
            <a:ext cx="508158" cy="543805"/>
            <a:chOff x="0" y="0"/>
            <a:chExt cx="812800" cy="869819"/>
          </a:xfrm>
        </p:grpSpPr>
        <p:sp>
          <p:nvSpPr>
            <p:cNvPr id="1048867"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68"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66" name="Group 22"/>
          <p:cNvGrpSpPr/>
          <p:nvPr/>
        </p:nvGrpSpPr>
        <p:grpSpPr>
          <a:xfrm>
            <a:off x="977741" y="5318634"/>
            <a:ext cx="508158" cy="543805"/>
            <a:chOff x="0" y="0"/>
            <a:chExt cx="812800" cy="869819"/>
          </a:xfrm>
        </p:grpSpPr>
        <p:sp>
          <p:nvSpPr>
            <p:cNvPr id="1048869"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70"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67" name="Group 25"/>
          <p:cNvGrpSpPr/>
          <p:nvPr/>
        </p:nvGrpSpPr>
        <p:grpSpPr>
          <a:xfrm>
            <a:off x="977741" y="4651003"/>
            <a:ext cx="508158" cy="543805"/>
            <a:chOff x="0" y="0"/>
            <a:chExt cx="812800" cy="869819"/>
          </a:xfrm>
        </p:grpSpPr>
        <p:sp>
          <p:nvSpPr>
            <p:cNvPr id="1048871"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72"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68" name="Group 28"/>
          <p:cNvGrpSpPr/>
          <p:nvPr/>
        </p:nvGrpSpPr>
        <p:grpSpPr>
          <a:xfrm>
            <a:off x="977741" y="5986264"/>
            <a:ext cx="508158" cy="543805"/>
            <a:chOff x="0" y="0"/>
            <a:chExt cx="812800" cy="869819"/>
          </a:xfrm>
        </p:grpSpPr>
        <p:sp>
          <p:nvSpPr>
            <p:cNvPr id="1048873"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74"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69" name="Group 31"/>
          <p:cNvGrpSpPr/>
          <p:nvPr/>
        </p:nvGrpSpPr>
        <p:grpSpPr>
          <a:xfrm>
            <a:off x="977741" y="7760846"/>
            <a:ext cx="508158" cy="543805"/>
            <a:chOff x="0" y="0"/>
            <a:chExt cx="812800" cy="869819"/>
          </a:xfrm>
        </p:grpSpPr>
        <p:sp>
          <p:nvSpPr>
            <p:cNvPr id="1048875"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76"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1048877"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70" name="Group 35"/>
          <p:cNvGrpSpPr/>
          <p:nvPr/>
        </p:nvGrpSpPr>
        <p:grpSpPr>
          <a:xfrm>
            <a:off x="17170670" y="-178579"/>
            <a:ext cx="10994424" cy="10994424"/>
            <a:chOff x="0" y="0"/>
            <a:chExt cx="812800" cy="812800"/>
          </a:xfrm>
        </p:grpSpPr>
        <p:sp>
          <p:nvSpPr>
            <p:cNvPr id="1048878"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048879"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880" name="TextBox 42"/>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881" name="TextBox 43"/>
          <p:cNvSpPr txBox="1"/>
          <p:nvPr/>
        </p:nvSpPr>
        <p:spPr>
          <a:xfrm>
            <a:off x="2209800" y="1638300"/>
            <a:ext cx="15082325" cy="5120641"/>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BD3F2C4-5082-7E59-373A-41173E87E0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0446" y="2018788"/>
            <a:ext cx="9873892" cy="697633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72" name="Group 5"/>
          <p:cNvGrpSpPr/>
          <p:nvPr/>
        </p:nvGrpSpPr>
        <p:grpSpPr>
          <a:xfrm>
            <a:off x="735588" y="7321525"/>
            <a:ext cx="992463" cy="992463"/>
            <a:chOff x="0" y="0"/>
            <a:chExt cx="812800" cy="812800"/>
          </a:xfrm>
        </p:grpSpPr>
        <p:sp>
          <p:nvSpPr>
            <p:cNvPr id="1048882"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048883"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173" name="Group 8"/>
          <p:cNvGrpSpPr/>
          <p:nvPr/>
        </p:nvGrpSpPr>
        <p:grpSpPr>
          <a:xfrm>
            <a:off x="977741" y="3315742"/>
            <a:ext cx="508158" cy="543805"/>
            <a:chOff x="0" y="0"/>
            <a:chExt cx="812800" cy="869819"/>
          </a:xfrm>
        </p:grpSpPr>
        <p:sp>
          <p:nvSpPr>
            <p:cNvPr id="1048884"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85"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74" name="Group 11"/>
          <p:cNvGrpSpPr/>
          <p:nvPr/>
        </p:nvGrpSpPr>
        <p:grpSpPr>
          <a:xfrm>
            <a:off x="977741" y="1982349"/>
            <a:ext cx="508158" cy="543805"/>
            <a:chOff x="0" y="0"/>
            <a:chExt cx="812800" cy="869819"/>
          </a:xfrm>
        </p:grpSpPr>
        <p:sp>
          <p:nvSpPr>
            <p:cNvPr id="1048886"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87"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75" name="Group 14"/>
          <p:cNvGrpSpPr/>
          <p:nvPr/>
        </p:nvGrpSpPr>
        <p:grpSpPr>
          <a:xfrm>
            <a:off x="977741" y="3983373"/>
            <a:ext cx="508158" cy="543805"/>
            <a:chOff x="0" y="0"/>
            <a:chExt cx="812800" cy="869819"/>
          </a:xfrm>
        </p:grpSpPr>
        <p:sp>
          <p:nvSpPr>
            <p:cNvPr id="1048888"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89"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6" name="Group 17"/>
          <p:cNvGrpSpPr/>
          <p:nvPr/>
        </p:nvGrpSpPr>
        <p:grpSpPr>
          <a:xfrm>
            <a:off x="977741" y="2648112"/>
            <a:ext cx="508158" cy="543805"/>
            <a:chOff x="0" y="0"/>
            <a:chExt cx="812800" cy="869819"/>
          </a:xfrm>
        </p:grpSpPr>
        <p:sp>
          <p:nvSpPr>
            <p:cNvPr id="1048890"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91"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77" name="Group 20"/>
          <p:cNvGrpSpPr/>
          <p:nvPr/>
        </p:nvGrpSpPr>
        <p:grpSpPr>
          <a:xfrm>
            <a:off x="977741" y="5318634"/>
            <a:ext cx="508158" cy="543805"/>
            <a:chOff x="0" y="0"/>
            <a:chExt cx="812800" cy="869819"/>
          </a:xfrm>
        </p:grpSpPr>
        <p:sp>
          <p:nvSpPr>
            <p:cNvPr id="1048892"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93"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178" name="Group 23"/>
          <p:cNvGrpSpPr/>
          <p:nvPr/>
        </p:nvGrpSpPr>
        <p:grpSpPr>
          <a:xfrm>
            <a:off x="977741" y="4651003"/>
            <a:ext cx="508158" cy="543805"/>
            <a:chOff x="0" y="0"/>
            <a:chExt cx="812800" cy="869819"/>
          </a:xfrm>
        </p:grpSpPr>
        <p:sp>
          <p:nvSpPr>
            <p:cNvPr id="104889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9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79" name="Group 26"/>
          <p:cNvGrpSpPr/>
          <p:nvPr/>
        </p:nvGrpSpPr>
        <p:grpSpPr>
          <a:xfrm>
            <a:off x="977741" y="5986264"/>
            <a:ext cx="508158" cy="543805"/>
            <a:chOff x="0" y="0"/>
            <a:chExt cx="812800" cy="869819"/>
          </a:xfrm>
        </p:grpSpPr>
        <p:sp>
          <p:nvSpPr>
            <p:cNvPr id="1048896"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97"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180" name="Group 29"/>
          <p:cNvGrpSpPr/>
          <p:nvPr/>
        </p:nvGrpSpPr>
        <p:grpSpPr>
          <a:xfrm>
            <a:off x="977741" y="6653894"/>
            <a:ext cx="508158" cy="543805"/>
            <a:chOff x="0" y="0"/>
            <a:chExt cx="812800" cy="869819"/>
          </a:xfrm>
        </p:grpSpPr>
        <p:sp>
          <p:nvSpPr>
            <p:cNvPr id="1048898"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48899"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1048900"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grpSp>
        <p:nvGrpSpPr>
          <p:cNvPr id="181" name="Group 44"/>
          <p:cNvGrpSpPr/>
          <p:nvPr/>
        </p:nvGrpSpPr>
        <p:grpSpPr>
          <a:xfrm>
            <a:off x="16786360" y="-353712"/>
            <a:ext cx="10994424" cy="10994424"/>
            <a:chOff x="0" y="0"/>
            <a:chExt cx="812800" cy="812800"/>
          </a:xfrm>
        </p:grpSpPr>
        <p:sp>
          <p:nvSpPr>
            <p:cNvPr id="1048901"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1048902"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1048903" name="TextBox 1"/>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1048904" name="TextBox 2"/>
          <p:cNvSpPr txBox="1"/>
          <p:nvPr/>
        </p:nvSpPr>
        <p:spPr>
          <a:xfrm>
            <a:off x="2209801" y="1638301"/>
            <a:ext cx="14576560" cy="8473440"/>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endParaRPr lang="en-US" sz="2800" dirty="0"/>
          </a:p>
          <a:p>
            <a:r>
              <a:rPr lang="en-US" sz="2800" dirty="0"/>
              <a:t>1.Time saving and Fully Automated.</a:t>
            </a:r>
          </a:p>
          <a:p>
            <a:r>
              <a:rPr lang="en-US" sz="2800" dirty="0"/>
              <a:t>2.Instant Certificate Generation.</a:t>
            </a:r>
          </a:p>
          <a:p>
            <a:r>
              <a:rPr lang="en-US" sz="2800" dirty="0"/>
              <a:t>3.Easy Access &amp; Scalable.</a:t>
            </a:r>
          </a:p>
          <a:p>
            <a:pPr marL="457200" indent="-457200">
              <a:buFontTx/>
              <a:buChar char="-"/>
            </a:pPr>
            <a:endParaRPr lang="en-US" sz="2800" dirty="0"/>
          </a:p>
          <a:p>
            <a:r>
              <a:rPr lang="en-US" sz="2800" b="1" dirty="0">
                <a:solidFill>
                  <a:srgbClr val="0033CC"/>
                </a:solidFill>
              </a:rPr>
              <a:t>Limitations:</a:t>
            </a:r>
          </a:p>
          <a:p>
            <a:r>
              <a:rPr lang="en-US" sz="2800" b="1" dirty="0"/>
              <a:t> </a:t>
            </a:r>
          </a:p>
          <a:p>
            <a:r>
              <a:rPr lang="en-US" sz="2800" dirty="0"/>
              <a:t>1.Limited to Objective-Type Questions.</a:t>
            </a:r>
          </a:p>
          <a:p>
            <a:r>
              <a:rPr lang="en-US" sz="2800" dirty="0"/>
              <a:t>2.Internet Dependency(Stable Internet connection is Required).</a:t>
            </a:r>
          </a:p>
          <a:p>
            <a:r>
              <a:rPr lang="en-US" sz="2800" dirty="0"/>
              <a:t>3.Security and Malpractice Issues.</a:t>
            </a:r>
          </a:p>
          <a:p>
            <a:r>
              <a:rPr lang="en-US" sz="2800" dirty="0"/>
              <a:t>4.Certificate Misuse.</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48905"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r:embed="rId2"/>
            <a:stretch>
              <a:fillRect/>
            </a:stretch>
          </a:blipFill>
        </p:spPr>
        <p:txBody>
          <a:bodyPr/>
          <a:lstStyle/>
          <a:p>
            <a:endParaRPr lang="en-IN"/>
          </a:p>
        </p:txBody>
      </p:sp>
      <p:sp>
        <p:nvSpPr>
          <p:cNvPr id="1048906" name="TextBox 43"/>
          <p:cNvSpPr txBox="1"/>
          <p:nvPr/>
        </p:nvSpPr>
        <p:spPr>
          <a:xfrm>
            <a:off x="3200400" y="4486172"/>
            <a:ext cx="11159653" cy="1288923"/>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183" name="Group 44"/>
          <p:cNvGrpSpPr/>
          <p:nvPr/>
        </p:nvGrpSpPr>
        <p:grpSpPr>
          <a:xfrm>
            <a:off x="16786360" y="-353712"/>
            <a:ext cx="10994424" cy="10994424"/>
            <a:chOff x="0" y="0"/>
            <a:chExt cx="812800" cy="812800"/>
          </a:xfrm>
        </p:grpSpPr>
        <p:sp>
          <p:nvSpPr>
            <p:cNvPr id="1048907"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1048908"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H Sarabun PSK"/>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H Sarabun PSK"/>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731</Words>
  <Application>Microsoft Office PowerPoint</Application>
  <PresentationFormat>Custom</PresentationFormat>
  <Paragraphs>370</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CPH2381</dc:creator>
  <cp:lastModifiedBy>Pallapu Dileep Kumar</cp:lastModifiedBy>
  <cp:revision>2</cp:revision>
  <dcterms:created xsi:type="dcterms:W3CDTF">2006-08-15T02:00:00Z</dcterms:created>
  <dcterms:modified xsi:type="dcterms:W3CDTF">2026-03-23T15:53:00Z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30012ea1c9d94ee1b857c33475458ac2</vt:lpwstr>
  </property>
</Properties>
</file>